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y="6858000" cx="12192000"/>
  <p:notesSz cx="6858000" cy="9144000"/>
  <p:embeddedFontLst>
    <p:embeddedFont>
      <p:font typeface="Roboto"/>
      <p:regular r:id="rId48"/>
      <p:bold r:id="rId49"/>
      <p:italic r:id="rId50"/>
      <p:boldItalic r:id="rId51"/>
    </p:embeddedFont>
    <p:embeddedFont>
      <p:font typeface="Merriweather"/>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i0dFwNLuXpwhcmygbRO85H9Rru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regular.fntdata"/><Relationship Id="rId47" Type="http://schemas.openxmlformats.org/officeDocument/2006/relationships/slide" Target="slides/slide43.xml"/><Relationship Id="rId49"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Merriweather-bold.fntdata"/><Relationship Id="rId52" Type="http://schemas.openxmlformats.org/officeDocument/2006/relationships/font" Target="fonts/Merriweather-regular.fntdata"/><Relationship Id="rId11" Type="http://schemas.openxmlformats.org/officeDocument/2006/relationships/slide" Target="slides/slide7.xml"/><Relationship Id="rId55" Type="http://schemas.openxmlformats.org/officeDocument/2006/relationships/font" Target="fonts/Merriweather-boldItalic.fntdata"/><Relationship Id="rId10" Type="http://schemas.openxmlformats.org/officeDocument/2006/relationships/slide" Target="slides/slide6.xml"/><Relationship Id="rId54" Type="http://schemas.openxmlformats.org/officeDocument/2006/relationships/font" Target="fonts/Merriweather-italic.fntdata"/><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usu.substack.com/p/language-agents" TargetMode="External"/><Relationship Id="rId3" Type="http://schemas.openxmlformats.org/officeDocument/2006/relationships/hyperlink" Target="https://llmagents-learning.org/slides/llm_agent_history.pdf"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e5b3c3f154_0_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1200"/>
              </a:spcAft>
              <a:buClr>
                <a:schemeClr val="dk1"/>
              </a:buClr>
              <a:buSzPts val="1100"/>
              <a:buFont typeface="Arial"/>
              <a:buNone/>
            </a:pPr>
            <a:r>
              <a:t/>
            </a:r>
            <a:endParaRPr/>
          </a:p>
        </p:txBody>
      </p:sp>
      <p:sp>
        <p:nvSpPr>
          <p:cNvPr id="72" name="Google Shape;72;g1e5b3c3f154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3eb54f4a2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d3eb54f4a2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81" name="Google Shape;81;g3d3eb54f4a2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488b719b4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g3d488b719b4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92" name="Google Shape;92;g3d488b719b4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4ac81cb60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d4ac81cb60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00" name="Google Shape;100;g3d4ac81cb60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4ac81cb6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4ac81cb60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08" name="Google Shape;108;g3d4ac81cb60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4ac81cb60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d4ac81cb60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17" name="Google Shape;117;g3d4ac81cb60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4ac81cb60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d4ac81cb60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25" name="Google Shape;125;g3d4ac81cb60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4ac81cb60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d4ac81cb60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33" name="Google Shape;133;g3d4ac81cb60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488b719b4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d488b719b4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41" name="Google Shape;141;g3d488b719b4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4ac81cb60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d4ac81cb60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149" name="Google Shape;149;g3d4ac81cb60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488b719b4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d488b719b4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158" name="Google Shape;158;g3d488b719b4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4ac81cb60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d4ac81cb60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166" name="Google Shape;166;g3d4ac81cb60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4ac81cb60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d4ac81cb60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174" name="Google Shape;174;g3d4ac81cb60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6d5c0f8e4_0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96d5c0f8e4_0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184" name="Google Shape;184;g396d5c0f8e4_0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71c48823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971c48823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192" name="Google Shape;192;g3971c48823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4ac81cb60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d4ac81cb60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200" name="Google Shape;200;g3d4ac81cb60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6d5c0f8e4_0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96d5c0f8e4_0_3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08" name="Google Shape;208;g396d5c0f8e4_0_3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4ac81cb60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d4ac81cb60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16" name="Google Shape;216;g3d4ac81cb60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4ac81cb60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d4ac81cb60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24" name="Google Shape;224;g3d4ac81cb60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4ac81cb60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d4ac81cb60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36" name="Google Shape;236;g3d4ac81cb60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4ac81cb60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d4ac81cb60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47" name="Google Shape;247;g3d4ac81cb60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4ac81cb60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d4ac81cb60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56" name="Google Shape;256;g3d4ac81cb60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4ac81cb60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d4ac81cb60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68" name="Google Shape;268;g3d4ac81cb60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4ac81cb60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d4ac81cb60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78" name="Google Shape;278;g3d4ac81cb60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4ac81cb60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d4ac81cb60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289" name="Google Shape;289;g3d4ac81cb60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971c48823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971c488238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299" name="Google Shape;299;g3971c488238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71c488238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971c488238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07" name="Google Shape;307;g3971c488238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71c48823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971c48823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15" name="Google Shape;315;g3971c488238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971c488238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971c488238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23" name="Google Shape;323;g3971c488238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71c48823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971c488238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32" name="Google Shape;332;g3971c488238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71c48823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971c48823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41" name="Google Shape;341;g3971c488238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71c488238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971c488238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50" name="Google Shape;350;g3971c488238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71c488238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971c488238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59" name="Google Shape;359;g3971c488238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71c488238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971c488238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68" name="Google Shape;368;g3971c488238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71c488238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971c488238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77" name="Google Shape;377;g3971c488238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71c488238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971c488238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86" name="Google Shape;386;g3971c488238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971c488238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971c488238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395" name="Google Shape;395;g3971c488238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71c488238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971c488238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404" name="Google Shape;404;g3971c488238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96d5c0f8e4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96d5c0f8e4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413" name="Google Shape;413;g396d5c0f8e4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4ac81cb60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d4ac81cb60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423" name="Google Shape;423;g3d4ac81cb60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4ac81cb60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3d4ac81cb60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433" name="Google Shape;433;g3d4ac81cb60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4ac81cb60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3d4ac81cb60_0_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443" name="Google Shape;443;g3d4ac81cb60_0_2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4ac81cb60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d4ac81cb60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pt-BR" u="sng">
                <a:solidFill>
                  <a:schemeClr val="hlink"/>
                </a:solidFill>
                <a:hlinkClick r:id="rId2"/>
              </a:rPr>
              <a:t>https://yusu.substack.com/p/language-agents</a:t>
            </a:r>
            <a:endParaRPr/>
          </a:p>
          <a:p>
            <a:pPr indent="0" lvl="0" marL="0" rtl="0" algn="l">
              <a:lnSpc>
                <a:spcPct val="100000"/>
              </a:lnSpc>
              <a:spcBef>
                <a:spcPts val="1200"/>
              </a:spcBef>
              <a:spcAft>
                <a:spcPts val="0"/>
              </a:spcAft>
              <a:buSzPts val="1400"/>
              <a:buNone/>
            </a:pPr>
            <a:r>
              <a:rPr lang="pt-BR" u="sng">
                <a:solidFill>
                  <a:schemeClr val="hlink"/>
                </a:solidFill>
                <a:hlinkClick r:id="rId3"/>
              </a:rPr>
              <a:t>https://llmagents-learning.org/slides/llm_agent_history.pdf</a:t>
            </a:r>
            <a:endParaRPr/>
          </a:p>
          <a:p>
            <a:pPr indent="0" lvl="0" marL="0" rtl="0" algn="l">
              <a:lnSpc>
                <a:spcPct val="100000"/>
              </a:lnSpc>
              <a:spcBef>
                <a:spcPts val="1200"/>
              </a:spcBef>
              <a:spcAft>
                <a:spcPts val="0"/>
              </a:spcAft>
              <a:buSzPts val="1400"/>
              <a:buNone/>
            </a:pPr>
            <a:r>
              <a:t/>
            </a:r>
            <a:endParaRPr/>
          </a:p>
        </p:txBody>
      </p:sp>
      <p:sp>
        <p:nvSpPr>
          <p:cNvPr id="452" name="Google Shape;452;g3d4ac81cb60_0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g1e5b3c3f154_0_446"/>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1e5b3c3f154_0_44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16" name="Google Shape;16;g1e5b3c3f154_0_44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7" name="Shape 17"/>
        <p:cNvGrpSpPr/>
        <p:nvPr/>
      </p:nvGrpSpPr>
      <p:grpSpPr>
        <a:xfrm>
          <a:off x="0" y="0"/>
          <a:ext cx="0" cy="0"/>
          <a:chOff x="0" y="0"/>
          <a:chExt cx="0" cy="0"/>
        </a:xfrm>
      </p:grpSpPr>
      <p:sp>
        <p:nvSpPr>
          <p:cNvPr id="18" name="Google Shape;18;g1e5b3c3f154_0_47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1e5b3c3f154_0_47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g1e5b3c3f154_0_47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g1e5b3c3f154_0_4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1e5b3c3f154_0_4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3" name="Shape 23"/>
        <p:cNvGrpSpPr/>
        <p:nvPr/>
      </p:nvGrpSpPr>
      <p:grpSpPr>
        <a:xfrm>
          <a:off x="0" y="0"/>
          <a:ext cx="0" cy="0"/>
          <a:chOff x="0" y="0"/>
          <a:chExt cx="0" cy="0"/>
        </a:xfrm>
      </p:grpSpPr>
      <p:sp>
        <p:nvSpPr>
          <p:cNvPr id="24" name="Google Shape;24;g1e5b3c3f154_0_423"/>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5" name="Google Shape;25;g1e5b3c3f154_0_423"/>
          <p:cNvSpPr txBox="1"/>
          <p:nvPr>
            <p:ph type="ctrTitle"/>
          </p:nvPr>
        </p:nvSpPr>
        <p:spPr>
          <a:xfrm>
            <a:off x="415600" y="719633"/>
            <a:ext cx="11360700" cy="1710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6" name="Google Shape;26;g1e5b3c3f154_0_423"/>
          <p:cNvSpPr txBox="1"/>
          <p:nvPr>
            <p:ph idx="1" type="subTitle"/>
          </p:nvPr>
        </p:nvSpPr>
        <p:spPr>
          <a:xfrm>
            <a:off x="415600" y="2504747"/>
            <a:ext cx="5656800" cy="9843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2"/>
              </a:buClr>
              <a:buSzPts val="2100"/>
              <a:buNone/>
              <a:defRPr sz="2100">
                <a:solidFill>
                  <a:schemeClr val="lt2"/>
                </a:solidFill>
              </a:defRPr>
            </a:lvl1pPr>
            <a:lvl2pPr lvl="1" algn="l">
              <a:lnSpc>
                <a:spcPct val="100000"/>
              </a:lnSpc>
              <a:spcBef>
                <a:spcPts val="0"/>
              </a:spcBef>
              <a:spcAft>
                <a:spcPts val="0"/>
              </a:spcAft>
              <a:buClr>
                <a:schemeClr val="lt2"/>
              </a:buClr>
              <a:buSzPts val="2100"/>
              <a:buNone/>
              <a:defRPr sz="2100">
                <a:solidFill>
                  <a:schemeClr val="lt2"/>
                </a:solidFill>
              </a:defRPr>
            </a:lvl2pPr>
            <a:lvl3pPr lvl="2" algn="l">
              <a:lnSpc>
                <a:spcPct val="100000"/>
              </a:lnSpc>
              <a:spcBef>
                <a:spcPts val="0"/>
              </a:spcBef>
              <a:spcAft>
                <a:spcPts val="0"/>
              </a:spcAft>
              <a:buClr>
                <a:schemeClr val="lt2"/>
              </a:buClr>
              <a:buSzPts val="2100"/>
              <a:buNone/>
              <a:defRPr sz="2100">
                <a:solidFill>
                  <a:schemeClr val="lt2"/>
                </a:solidFill>
              </a:defRPr>
            </a:lvl3pPr>
            <a:lvl4pPr lvl="3" algn="l">
              <a:lnSpc>
                <a:spcPct val="100000"/>
              </a:lnSpc>
              <a:spcBef>
                <a:spcPts val="0"/>
              </a:spcBef>
              <a:spcAft>
                <a:spcPts val="0"/>
              </a:spcAft>
              <a:buClr>
                <a:schemeClr val="lt2"/>
              </a:buClr>
              <a:buSzPts val="2100"/>
              <a:buNone/>
              <a:defRPr sz="2100">
                <a:solidFill>
                  <a:schemeClr val="lt2"/>
                </a:solidFill>
              </a:defRPr>
            </a:lvl4pPr>
            <a:lvl5pPr lvl="4" algn="l">
              <a:lnSpc>
                <a:spcPct val="100000"/>
              </a:lnSpc>
              <a:spcBef>
                <a:spcPts val="0"/>
              </a:spcBef>
              <a:spcAft>
                <a:spcPts val="0"/>
              </a:spcAft>
              <a:buClr>
                <a:schemeClr val="lt2"/>
              </a:buClr>
              <a:buSzPts val="2100"/>
              <a:buNone/>
              <a:defRPr sz="2100">
                <a:solidFill>
                  <a:schemeClr val="lt2"/>
                </a:solidFill>
              </a:defRPr>
            </a:lvl5pPr>
            <a:lvl6pPr lvl="5" algn="l">
              <a:lnSpc>
                <a:spcPct val="100000"/>
              </a:lnSpc>
              <a:spcBef>
                <a:spcPts val="0"/>
              </a:spcBef>
              <a:spcAft>
                <a:spcPts val="0"/>
              </a:spcAft>
              <a:buClr>
                <a:schemeClr val="lt2"/>
              </a:buClr>
              <a:buSzPts val="2100"/>
              <a:buNone/>
              <a:defRPr sz="2100">
                <a:solidFill>
                  <a:schemeClr val="lt2"/>
                </a:solidFill>
              </a:defRPr>
            </a:lvl6pPr>
            <a:lvl7pPr lvl="6" algn="l">
              <a:lnSpc>
                <a:spcPct val="100000"/>
              </a:lnSpc>
              <a:spcBef>
                <a:spcPts val="0"/>
              </a:spcBef>
              <a:spcAft>
                <a:spcPts val="0"/>
              </a:spcAft>
              <a:buClr>
                <a:schemeClr val="lt2"/>
              </a:buClr>
              <a:buSzPts val="2100"/>
              <a:buNone/>
              <a:defRPr sz="2100">
                <a:solidFill>
                  <a:schemeClr val="lt2"/>
                </a:solidFill>
              </a:defRPr>
            </a:lvl7pPr>
            <a:lvl8pPr lvl="7" algn="l">
              <a:lnSpc>
                <a:spcPct val="100000"/>
              </a:lnSpc>
              <a:spcBef>
                <a:spcPts val="0"/>
              </a:spcBef>
              <a:spcAft>
                <a:spcPts val="0"/>
              </a:spcAft>
              <a:buClr>
                <a:schemeClr val="lt2"/>
              </a:buClr>
              <a:buSzPts val="2100"/>
              <a:buNone/>
              <a:defRPr sz="2100">
                <a:solidFill>
                  <a:schemeClr val="lt2"/>
                </a:solidFill>
              </a:defRPr>
            </a:lvl8pPr>
            <a:lvl9pPr lvl="8" algn="l">
              <a:lnSpc>
                <a:spcPct val="100000"/>
              </a:lnSpc>
              <a:spcBef>
                <a:spcPts val="0"/>
              </a:spcBef>
              <a:spcAft>
                <a:spcPts val="0"/>
              </a:spcAft>
              <a:buClr>
                <a:schemeClr val="lt2"/>
              </a:buClr>
              <a:buSzPts val="2100"/>
              <a:buNone/>
              <a:defRPr sz="2100">
                <a:solidFill>
                  <a:schemeClr val="lt2"/>
                </a:solidFill>
              </a:defRPr>
            </a:lvl9pPr>
          </a:lstStyle>
          <a:p/>
        </p:txBody>
      </p:sp>
      <p:sp>
        <p:nvSpPr>
          <p:cNvPr id="27" name="Google Shape;27;g1e5b3c3f154_0_42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8" name="Shape 28"/>
        <p:cNvGrpSpPr/>
        <p:nvPr/>
      </p:nvGrpSpPr>
      <p:grpSpPr>
        <a:xfrm>
          <a:off x="0" y="0"/>
          <a:ext cx="0" cy="0"/>
          <a:chOff x="0" y="0"/>
          <a:chExt cx="0" cy="0"/>
        </a:xfrm>
      </p:grpSpPr>
      <p:sp>
        <p:nvSpPr>
          <p:cNvPr id="29" name="Google Shape;29;g1e5b3c3f154_0_428"/>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0" name="Google Shape;30;g1e5b3c3f154_0_428"/>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31" name="Google Shape;31;g1e5b3c3f154_0_428"/>
          <p:cNvSpPr txBox="1"/>
          <p:nvPr>
            <p:ph type="title"/>
          </p:nvPr>
        </p:nvSpPr>
        <p:spPr>
          <a:xfrm>
            <a:off x="415600" y="719633"/>
            <a:ext cx="11360700" cy="17100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g1e5b3c3f154_0_4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g1e5b3c3f154_0_433"/>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1e5b3c3f154_0_433"/>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36" name="Google Shape;36;g1e5b3c3f154_0_433"/>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7" name="Google Shape;37;g1e5b3c3f154_0_433"/>
          <p:cNvSpPr txBox="1"/>
          <p:nvPr>
            <p:ph type="title"/>
          </p:nvPr>
        </p:nvSpPr>
        <p:spPr>
          <a:xfrm>
            <a:off x="415633" y="667900"/>
            <a:ext cx="4941900" cy="33453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38" name="Google Shape;38;g1e5b3c3f154_0_433"/>
          <p:cNvSpPr txBox="1"/>
          <p:nvPr>
            <p:ph idx="1" type="body"/>
          </p:nvPr>
        </p:nvSpPr>
        <p:spPr>
          <a:xfrm>
            <a:off x="6192900" y="667900"/>
            <a:ext cx="5555100" cy="54648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39" name="Google Shape;39;g1e5b3c3f154_0_43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g1e5b3c3f154_0_440"/>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1e5b3c3f154_0_44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43" name="Google Shape;43;g1e5b3c3f154_0_440"/>
          <p:cNvSpPr txBox="1"/>
          <p:nvPr>
            <p:ph idx="1" type="body"/>
          </p:nvPr>
        </p:nvSpPr>
        <p:spPr>
          <a:xfrm>
            <a:off x="415600" y="2007600"/>
            <a:ext cx="5333100" cy="41016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4" name="Google Shape;44;g1e5b3c3f154_0_440"/>
          <p:cNvSpPr txBox="1"/>
          <p:nvPr>
            <p:ph idx="2" type="body"/>
          </p:nvPr>
        </p:nvSpPr>
        <p:spPr>
          <a:xfrm>
            <a:off x="6443200" y="2007600"/>
            <a:ext cx="5333100" cy="41016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45" name="Google Shape;45;g1e5b3c3f154_0_44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g1e5b3c3f154_0_450"/>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1e5b3c3f154_0_450"/>
          <p:cNvSpPr txBox="1"/>
          <p:nvPr>
            <p:ph type="title"/>
          </p:nvPr>
        </p:nvSpPr>
        <p:spPr>
          <a:xfrm>
            <a:off x="415633" y="667900"/>
            <a:ext cx="4170000" cy="2438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49" name="Google Shape;49;g1e5b3c3f154_0_450"/>
          <p:cNvSpPr txBox="1"/>
          <p:nvPr>
            <p:ph idx="1" type="body"/>
          </p:nvPr>
        </p:nvSpPr>
        <p:spPr>
          <a:xfrm>
            <a:off x="415600" y="3187533"/>
            <a:ext cx="4170000" cy="30639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accent2"/>
              </a:buClr>
              <a:buSzPts val="1700"/>
              <a:buChar char="●"/>
              <a:defRPr>
                <a:solidFill>
                  <a:schemeClr val="accent2"/>
                </a:solidFill>
              </a:defRPr>
            </a:lvl1pPr>
            <a:lvl2pPr indent="-323850" lvl="1" marL="914400" algn="l">
              <a:lnSpc>
                <a:spcPct val="115000"/>
              </a:lnSpc>
              <a:spcBef>
                <a:spcPts val="0"/>
              </a:spcBef>
              <a:spcAft>
                <a:spcPts val="0"/>
              </a:spcAft>
              <a:buClr>
                <a:schemeClr val="accent2"/>
              </a:buClr>
              <a:buSzPts val="1500"/>
              <a:buChar char="○"/>
              <a:defRPr>
                <a:solidFill>
                  <a:schemeClr val="accent2"/>
                </a:solidFill>
              </a:defRPr>
            </a:lvl2pPr>
            <a:lvl3pPr indent="-323850" lvl="2" marL="1371600" algn="l">
              <a:lnSpc>
                <a:spcPct val="115000"/>
              </a:lnSpc>
              <a:spcBef>
                <a:spcPts val="0"/>
              </a:spcBef>
              <a:spcAft>
                <a:spcPts val="0"/>
              </a:spcAft>
              <a:buClr>
                <a:schemeClr val="accent2"/>
              </a:buClr>
              <a:buSzPts val="1500"/>
              <a:buChar char="■"/>
              <a:defRPr>
                <a:solidFill>
                  <a:schemeClr val="accent2"/>
                </a:solidFill>
              </a:defRPr>
            </a:lvl3pPr>
            <a:lvl4pPr indent="-323850" lvl="3" marL="1828800" algn="l">
              <a:lnSpc>
                <a:spcPct val="115000"/>
              </a:lnSpc>
              <a:spcBef>
                <a:spcPts val="0"/>
              </a:spcBef>
              <a:spcAft>
                <a:spcPts val="0"/>
              </a:spcAft>
              <a:buClr>
                <a:schemeClr val="accent2"/>
              </a:buClr>
              <a:buSzPts val="1500"/>
              <a:buChar char="●"/>
              <a:defRPr>
                <a:solidFill>
                  <a:schemeClr val="accent2"/>
                </a:solidFill>
              </a:defRPr>
            </a:lvl4pPr>
            <a:lvl5pPr indent="-323850" lvl="4" marL="2286000" algn="l">
              <a:lnSpc>
                <a:spcPct val="115000"/>
              </a:lnSpc>
              <a:spcBef>
                <a:spcPts val="0"/>
              </a:spcBef>
              <a:spcAft>
                <a:spcPts val="0"/>
              </a:spcAft>
              <a:buClr>
                <a:schemeClr val="accent2"/>
              </a:buClr>
              <a:buSzPts val="1500"/>
              <a:buChar char="○"/>
              <a:defRPr>
                <a:solidFill>
                  <a:schemeClr val="accent2"/>
                </a:solidFill>
              </a:defRPr>
            </a:lvl5pPr>
            <a:lvl6pPr indent="-323850" lvl="5" marL="2743200" algn="l">
              <a:lnSpc>
                <a:spcPct val="115000"/>
              </a:lnSpc>
              <a:spcBef>
                <a:spcPts val="0"/>
              </a:spcBef>
              <a:spcAft>
                <a:spcPts val="0"/>
              </a:spcAft>
              <a:buClr>
                <a:schemeClr val="accent2"/>
              </a:buClr>
              <a:buSzPts val="1500"/>
              <a:buChar char="■"/>
              <a:defRPr>
                <a:solidFill>
                  <a:schemeClr val="accent2"/>
                </a:solidFill>
              </a:defRPr>
            </a:lvl6pPr>
            <a:lvl7pPr indent="-323850" lvl="6" marL="3200400" algn="l">
              <a:lnSpc>
                <a:spcPct val="115000"/>
              </a:lnSpc>
              <a:spcBef>
                <a:spcPts val="0"/>
              </a:spcBef>
              <a:spcAft>
                <a:spcPts val="0"/>
              </a:spcAft>
              <a:buClr>
                <a:schemeClr val="accent2"/>
              </a:buClr>
              <a:buSzPts val="1500"/>
              <a:buChar char="●"/>
              <a:defRPr>
                <a:solidFill>
                  <a:schemeClr val="accent2"/>
                </a:solidFill>
              </a:defRPr>
            </a:lvl7pPr>
            <a:lvl8pPr indent="-323850" lvl="7" marL="3657600" algn="l">
              <a:lnSpc>
                <a:spcPct val="115000"/>
              </a:lnSpc>
              <a:spcBef>
                <a:spcPts val="0"/>
              </a:spcBef>
              <a:spcAft>
                <a:spcPts val="0"/>
              </a:spcAft>
              <a:buClr>
                <a:schemeClr val="accent2"/>
              </a:buClr>
              <a:buSzPts val="1500"/>
              <a:buChar char="○"/>
              <a:defRPr>
                <a:solidFill>
                  <a:schemeClr val="accent2"/>
                </a:solidFill>
              </a:defRPr>
            </a:lvl8pPr>
            <a:lvl9pPr indent="-323850" lvl="8" marL="4114800" algn="l">
              <a:lnSpc>
                <a:spcPct val="115000"/>
              </a:lnSpc>
              <a:spcBef>
                <a:spcPts val="0"/>
              </a:spcBef>
              <a:spcAft>
                <a:spcPts val="0"/>
              </a:spcAft>
              <a:buClr>
                <a:schemeClr val="accent2"/>
              </a:buClr>
              <a:buSzPts val="1500"/>
              <a:buChar char="■"/>
              <a:defRPr>
                <a:solidFill>
                  <a:schemeClr val="accent2"/>
                </a:solidFill>
              </a:defRPr>
            </a:lvl9pPr>
          </a:lstStyle>
          <a:p/>
        </p:txBody>
      </p:sp>
      <p:sp>
        <p:nvSpPr>
          <p:cNvPr id="50" name="Google Shape;50;g1e5b3c3f154_0_45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1" name="Shape 51"/>
        <p:cNvGrpSpPr/>
        <p:nvPr/>
      </p:nvGrpSpPr>
      <p:grpSpPr>
        <a:xfrm>
          <a:off x="0" y="0"/>
          <a:ext cx="0" cy="0"/>
          <a:chOff x="0" y="0"/>
          <a:chExt cx="0" cy="0"/>
        </a:xfrm>
      </p:grpSpPr>
      <p:sp>
        <p:nvSpPr>
          <p:cNvPr id="52" name="Google Shape;52;g1e5b3c3f154_0_455"/>
          <p:cNvSpPr txBox="1"/>
          <p:nvPr>
            <p:ph type="title"/>
          </p:nvPr>
        </p:nvSpPr>
        <p:spPr>
          <a:xfrm>
            <a:off x="415567" y="1064800"/>
            <a:ext cx="8330400" cy="4728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3" name="Google Shape;53;g1e5b3c3f154_0_4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g1e5b3c3f154_0_458"/>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1e5b3c3f154_0_458"/>
          <p:cNvSpPr txBox="1"/>
          <p:nvPr>
            <p:ph type="title"/>
          </p:nvPr>
        </p:nvSpPr>
        <p:spPr>
          <a:xfrm>
            <a:off x="415067" y="667900"/>
            <a:ext cx="4939200" cy="2732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Clr>
                <a:schemeClr val="lt1"/>
              </a:buClr>
              <a:buSzPts val="3700"/>
              <a:buNone/>
              <a:defRPr>
                <a:solidFill>
                  <a:schemeClr val="lt1"/>
                </a:solidFill>
              </a:defRPr>
            </a:lvl2pPr>
            <a:lvl3pPr lvl="2" algn="l">
              <a:lnSpc>
                <a:spcPct val="100000"/>
              </a:lnSpc>
              <a:spcBef>
                <a:spcPts val="0"/>
              </a:spcBef>
              <a:spcAft>
                <a:spcPts val="0"/>
              </a:spcAft>
              <a:buClr>
                <a:schemeClr val="lt1"/>
              </a:buClr>
              <a:buSzPts val="3700"/>
              <a:buNone/>
              <a:defRPr>
                <a:solidFill>
                  <a:schemeClr val="lt1"/>
                </a:solidFill>
              </a:defRPr>
            </a:lvl3pPr>
            <a:lvl4pPr lvl="3" algn="l">
              <a:lnSpc>
                <a:spcPct val="100000"/>
              </a:lnSpc>
              <a:spcBef>
                <a:spcPts val="0"/>
              </a:spcBef>
              <a:spcAft>
                <a:spcPts val="0"/>
              </a:spcAft>
              <a:buClr>
                <a:schemeClr val="lt1"/>
              </a:buClr>
              <a:buSzPts val="3700"/>
              <a:buNone/>
              <a:defRPr>
                <a:solidFill>
                  <a:schemeClr val="lt1"/>
                </a:solidFill>
              </a:defRPr>
            </a:lvl4pPr>
            <a:lvl5pPr lvl="4" algn="l">
              <a:lnSpc>
                <a:spcPct val="100000"/>
              </a:lnSpc>
              <a:spcBef>
                <a:spcPts val="0"/>
              </a:spcBef>
              <a:spcAft>
                <a:spcPts val="0"/>
              </a:spcAft>
              <a:buClr>
                <a:schemeClr val="lt1"/>
              </a:buClr>
              <a:buSzPts val="3700"/>
              <a:buNone/>
              <a:defRPr>
                <a:solidFill>
                  <a:schemeClr val="lt1"/>
                </a:solidFill>
              </a:defRPr>
            </a:lvl5pPr>
            <a:lvl6pPr lvl="5" algn="l">
              <a:lnSpc>
                <a:spcPct val="100000"/>
              </a:lnSpc>
              <a:spcBef>
                <a:spcPts val="0"/>
              </a:spcBef>
              <a:spcAft>
                <a:spcPts val="0"/>
              </a:spcAft>
              <a:buClr>
                <a:schemeClr val="lt1"/>
              </a:buClr>
              <a:buSzPts val="3700"/>
              <a:buNone/>
              <a:defRPr>
                <a:solidFill>
                  <a:schemeClr val="lt1"/>
                </a:solidFill>
              </a:defRPr>
            </a:lvl6pPr>
            <a:lvl7pPr lvl="6" algn="l">
              <a:lnSpc>
                <a:spcPct val="100000"/>
              </a:lnSpc>
              <a:spcBef>
                <a:spcPts val="0"/>
              </a:spcBef>
              <a:spcAft>
                <a:spcPts val="0"/>
              </a:spcAft>
              <a:buClr>
                <a:schemeClr val="lt1"/>
              </a:buClr>
              <a:buSzPts val="3700"/>
              <a:buNone/>
              <a:defRPr>
                <a:solidFill>
                  <a:schemeClr val="lt1"/>
                </a:solidFill>
              </a:defRPr>
            </a:lvl7pPr>
            <a:lvl8pPr lvl="7" algn="l">
              <a:lnSpc>
                <a:spcPct val="100000"/>
              </a:lnSpc>
              <a:spcBef>
                <a:spcPts val="0"/>
              </a:spcBef>
              <a:spcAft>
                <a:spcPts val="0"/>
              </a:spcAft>
              <a:buClr>
                <a:schemeClr val="lt1"/>
              </a:buClr>
              <a:buSzPts val="3700"/>
              <a:buNone/>
              <a:defRPr>
                <a:solidFill>
                  <a:schemeClr val="lt1"/>
                </a:solidFill>
              </a:defRPr>
            </a:lvl8pPr>
            <a:lvl9pPr lvl="8" algn="l">
              <a:lnSpc>
                <a:spcPct val="100000"/>
              </a:lnSpc>
              <a:spcBef>
                <a:spcPts val="0"/>
              </a:spcBef>
              <a:spcAft>
                <a:spcPts val="0"/>
              </a:spcAft>
              <a:buClr>
                <a:schemeClr val="lt1"/>
              </a:buClr>
              <a:buSzPts val="3700"/>
              <a:buNone/>
              <a:defRPr>
                <a:solidFill>
                  <a:schemeClr val="lt1"/>
                </a:solidFill>
              </a:defRPr>
            </a:lvl9pPr>
          </a:lstStyle>
          <a:p/>
        </p:txBody>
      </p:sp>
      <p:sp>
        <p:nvSpPr>
          <p:cNvPr id="57" name="Google Shape;57;g1e5b3c3f154_0_458"/>
          <p:cNvSpPr txBox="1"/>
          <p:nvPr>
            <p:ph idx="1" type="subTitle"/>
          </p:nvPr>
        </p:nvSpPr>
        <p:spPr>
          <a:xfrm>
            <a:off x="406400" y="3502300"/>
            <a:ext cx="4939200" cy="1235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accent2"/>
              </a:buClr>
              <a:buSzPts val="2100"/>
              <a:buNone/>
              <a:defRPr sz="2100">
                <a:solidFill>
                  <a:schemeClr val="accent2"/>
                </a:solidFill>
              </a:defRPr>
            </a:lvl1pPr>
            <a:lvl2pPr lvl="1" algn="l">
              <a:lnSpc>
                <a:spcPct val="100000"/>
              </a:lnSpc>
              <a:spcBef>
                <a:spcPts val="0"/>
              </a:spcBef>
              <a:spcAft>
                <a:spcPts val="0"/>
              </a:spcAft>
              <a:buClr>
                <a:schemeClr val="accent2"/>
              </a:buClr>
              <a:buSzPts val="2100"/>
              <a:buNone/>
              <a:defRPr sz="2100">
                <a:solidFill>
                  <a:schemeClr val="accent2"/>
                </a:solidFill>
              </a:defRPr>
            </a:lvl2pPr>
            <a:lvl3pPr lvl="2" algn="l">
              <a:lnSpc>
                <a:spcPct val="100000"/>
              </a:lnSpc>
              <a:spcBef>
                <a:spcPts val="0"/>
              </a:spcBef>
              <a:spcAft>
                <a:spcPts val="0"/>
              </a:spcAft>
              <a:buClr>
                <a:schemeClr val="accent2"/>
              </a:buClr>
              <a:buSzPts val="2100"/>
              <a:buNone/>
              <a:defRPr sz="2100">
                <a:solidFill>
                  <a:schemeClr val="accent2"/>
                </a:solidFill>
              </a:defRPr>
            </a:lvl3pPr>
            <a:lvl4pPr lvl="3" algn="l">
              <a:lnSpc>
                <a:spcPct val="100000"/>
              </a:lnSpc>
              <a:spcBef>
                <a:spcPts val="0"/>
              </a:spcBef>
              <a:spcAft>
                <a:spcPts val="0"/>
              </a:spcAft>
              <a:buClr>
                <a:schemeClr val="accent2"/>
              </a:buClr>
              <a:buSzPts val="2100"/>
              <a:buNone/>
              <a:defRPr sz="2100">
                <a:solidFill>
                  <a:schemeClr val="accent2"/>
                </a:solidFill>
              </a:defRPr>
            </a:lvl4pPr>
            <a:lvl5pPr lvl="4" algn="l">
              <a:lnSpc>
                <a:spcPct val="100000"/>
              </a:lnSpc>
              <a:spcBef>
                <a:spcPts val="0"/>
              </a:spcBef>
              <a:spcAft>
                <a:spcPts val="0"/>
              </a:spcAft>
              <a:buClr>
                <a:schemeClr val="accent2"/>
              </a:buClr>
              <a:buSzPts val="2100"/>
              <a:buNone/>
              <a:defRPr sz="2100">
                <a:solidFill>
                  <a:schemeClr val="accent2"/>
                </a:solidFill>
              </a:defRPr>
            </a:lvl5pPr>
            <a:lvl6pPr lvl="5" algn="l">
              <a:lnSpc>
                <a:spcPct val="100000"/>
              </a:lnSpc>
              <a:spcBef>
                <a:spcPts val="0"/>
              </a:spcBef>
              <a:spcAft>
                <a:spcPts val="0"/>
              </a:spcAft>
              <a:buClr>
                <a:schemeClr val="accent2"/>
              </a:buClr>
              <a:buSzPts val="2100"/>
              <a:buNone/>
              <a:defRPr sz="2100">
                <a:solidFill>
                  <a:schemeClr val="accent2"/>
                </a:solidFill>
              </a:defRPr>
            </a:lvl6pPr>
            <a:lvl7pPr lvl="6" algn="l">
              <a:lnSpc>
                <a:spcPct val="100000"/>
              </a:lnSpc>
              <a:spcBef>
                <a:spcPts val="0"/>
              </a:spcBef>
              <a:spcAft>
                <a:spcPts val="0"/>
              </a:spcAft>
              <a:buClr>
                <a:schemeClr val="accent2"/>
              </a:buClr>
              <a:buSzPts val="2100"/>
              <a:buNone/>
              <a:defRPr sz="2100">
                <a:solidFill>
                  <a:schemeClr val="accent2"/>
                </a:solidFill>
              </a:defRPr>
            </a:lvl7pPr>
            <a:lvl8pPr lvl="7" algn="l">
              <a:lnSpc>
                <a:spcPct val="100000"/>
              </a:lnSpc>
              <a:spcBef>
                <a:spcPts val="0"/>
              </a:spcBef>
              <a:spcAft>
                <a:spcPts val="0"/>
              </a:spcAft>
              <a:buClr>
                <a:schemeClr val="accent2"/>
              </a:buClr>
              <a:buSzPts val="2100"/>
              <a:buNone/>
              <a:defRPr sz="2100">
                <a:solidFill>
                  <a:schemeClr val="accent2"/>
                </a:solidFill>
              </a:defRPr>
            </a:lvl8pPr>
            <a:lvl9pPr lvl="8" algn="l">
              <a:lnSpc>
                <a:spcPct val="100000"/>
              </a:lnSpc>
              <a:spcBef>
                <a:spcPts val="0"/>
              </a:spcBef>
              <a:spcAft>
                <a:spcPts val="0"/>
              </a:spcAft>
              <a:buClr>
                <a:schemeClr val="accent2"/>
              </a:buClr>
              <a:buSzPts val="2100"/>
              <a:buNone/>
              <a:defRPr sz="2100">
                <a:solidFill>
                  <a:schemeClr val="accent2"/>
                </a:solidFill>
              </a:defRPr>
            </a:lvl9pPr>
          </a:lstStyle>
          <a:p/>
        </p:txBody>
      </p:sp>
      <p:sp>
        <p:nvSpPr>
          <p:cNvPr id="58" name="Google Shape;58;g1e5b3c3f154_0_458"/>
          <p:cNvSpPr txBox="1"/>
          <p:nvPr>
            <p:ph idx="2" type="body"/>
          </p:nvPr>
        </p:nvSpPr>
        <p:spPr>
          <a:xfrm>
            <a:off x="6505367" y="667900"/>
            <a:ext cx="5271900" cy="54819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59" name="Google Shape;59;g1e5b3c3f154_0_4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g1e5b3c3f154_0_464"/>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1e5b3c3f154_0_464"/>
          <p:cNvSpPr txBox="1"/>
          <p:nvPr>
            <p:ph idx="1" type="body"/>
          </p:nvPr>
        </p:nvSpPr>
        <p:spPr>
          <a:xfrm>
            <a:off x="415600" y="6028533"/>
            <a:ext cx="10639200" cy="6141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63" name="Google Shape;63;g1e5b3c3f154_0_4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4" name="Shape 64"/>
        <p:cNvGrpSpPr/>
        <p:nvPr/>
      </p:nvGrpSpPr>
      <p:grpSpPr>
        <a:xfrm>
          <a:off x="0" y="0"/>
          <a:ext cx="0" cy="0"/>
          <a:chOff x="0" y="0"/>
          <a:chExt cx="0" cy="0"/>
        </a:xfrm>
      </p:grpSpPr>
      <p:sp>
        <p:nvSpPr>
          <p:cNvPr id="65" name="Google Shape;65;g1e5b3c3f154_0_468"/>
          <p:cNvSpPr txBox="1"/>
          <p:nvPr>
            <p:ph hasCustomPrompt="1" type="title"/>
          </p:nvPr>
        </p:nvSpPr>
        <p:spPr>
          <a:xfrm>
            <a:off x="415667" y="1108233"/>
            <a:ext cx="7113300" cy="16596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Clr>
                <a:schemeClr val="lt1"/>
              </a:buClr>
              <a:buSzPts val="13300"/>
              <a:buNone/>
              <a:defRPr sz="13300">
                <a:solidFill>
                  <a:schemeClr val="lt1"/>
                </a:solidFill>
              </a:defRPr>
            </a:lvl1pPr>
            <a:lvl2pPr lvl="1" algn="l">
              <a:lnSpc>
                <a:spcPct val="100000"/>
              </a:lnSpc>
              <a:spcBef>
                <a:spcPts val="0"/>
              </a:spcBef>
              <a:spcAft>
                <a:spcPts val="0"/>
              </a:spcAft>
              <a:buClr>
                <a:schemeClr val="lt1"/>
              </a:buClr>
              <a:buSzPts val="13300"/>
              <a:buNone/>
              <a:defRPr sz="13300">
                <a:solidFill>
                  <a:schemeClr val="lt1"/>
                </a:solidFill>
              </a:defRPr>
            </a:lvl2pPr>
            <a:lvl3pPr lvl="2" algn="l">
              <a:lnSpc>
                <a:spcPct val="100000"/>
              </a:lnSpc>
              <a:spcBef>
                <a:spcPts val="0"/>
              </a:spcBef>
              <a:spcAft>
                <a:spcPts val="0"/>
              </a:spcAft>
              <a:buClr>
                <a:schemeClr val="lt1"/>
              </a:buClr>
              <a:buSzPts val="13300"/>
              <a:buNone/>
              <a:defRPr sz="13300">
                <a:solidFill>
                  <a:schemeClr val="lt1"/>
                </a:solidFill>
              </a:defRPr>
            </a:lvl3pPr>
            <a:lvl4pPr lvl="3" algn="l">
              <a:lnSpc>
                <a:spcPct val="100000"/>
              </a:lnSpc>
              <a:spcBef>
                <a:spcPts val="0"/>
              </a:spcBef>
              <a:spcAft>
                <a:spcPts val="0"/>
              </a:spcAft>
              <a:buClr>
                <a:schemeClr val="lt1"/>
              </a:buClr>
              <a:buSzPts val="13300"/>
              <a:buNone/>
              <a:defRPr sz="13300">
                <a:solidFill>
                  <a:schemeClr val="lt1"/>
                </a:solidFill>
              </a:defRPr>
            </a:lvl4pPr>
            <a:lvl5pPr lvl="4" algn="l">
              <a:lnSpc>
                <a:spcPct val="100000"/>
              </a:lnSpc>
              <a:spcBef>
                <a:spcPts val="0"/>
              </a:spcBef>
              <a:spcAft>
                <a:spcPts val="0"/>
              </a:spcAft>
              <a:buClr>
                <a:schemeClr val="lt1"/>
              </a:buClr>
              <a:buSzPts val="13300"/>
              <a:buNone/>
              <a:defRPr sz="13300">
                <a:solidFill>
                  <a:schemeClr val="lt1"/>
                </a:solidFill>
              </a:defRPr>
            </a:lvl5pPr>
            <a:lvl6pPr lvl="5" algn="l">
              <a:lnSpc>
                <a:spcPct val="100000"/>
              </a:lnSpc>
              <a:spcBef>
                <a:spcPts val="0"/>
              </a:spcBef>
              <a:spcAft>
                <a:spcPts val="0"/>
              </a:spcAft>
              <a:buClr>
                <a:schemeClr val="lt1"/>
              </a:buClr>
              <a:buSzPts val="13300"/>
              <a:buNone/>
              <a:defRPr sz="13300">
                <a:solidFill>
                  <a:schemeClr val="lt1"/>
                </a:solidFill>
              </a:defRPr>
            </a:lvl6pPr>
            <a:lvl7pPr lvl="6" algn="l">
              <a:lnSpc>
                <a:spcPct val="100000"/>
              </a:lnSpc>
              <a:spcBef>
                <a:spcPts val="0"/>
              </a:spcBef>
              <a:spcAft>
                <a:spcPts val="0"/>
              </a:spcAft>
              <a:buClr>
                <a:schemeClr val="lt1"/>
              </a:buClr>
              <a:buSzPts val="13300"/>
              <a:buNone/>
              <a:defRPr sz="13300">
                <a:solidFill>
                  <a:schemeClr val="lt1"/>
                </a:solidFill>
              </a:defRPr>
            </a:lvl7pPr>
            <a:lvl8pPr lvl="7" algn="l">
              <a:lnSpc>
                <a:spcPct val="100000"/>
              </a:lnSpc>
              <a:spcBef>
                <a:spcPts val="0"/>
              </a:spcBef>
              <a:spcAft>
                <a:spcPts val="0"/>
              </a:spcAft>
              <a:buClr>
                <a:schemeClr val="lt1"/>
              </a:buClr>
              <a:buSzPts val="13300"/>
              <a:buNone/>
              <a:defRPr sz="13300">
                <a:solidFill>
                  <a:schemeClr val="lt1"/>
                </a:solidFill>
              </a:defRPr>
            </a:lvl8pPr>
            <a:lvl9pPr lvl="8" algn="l">
              <a:lnSpc>
                <a:spcPct val="100000"/>
              </a:lnSpc>
              <a:spcBef>
                <a:spcPts val="0"/>
              </a:spcBef>
              <a:spcAft>
                <a:spcPts val="0"/>
              </a:spcAft>
              <a:buClr>
                <a:schemeClr val="lt1"/>
              </a:buClr>
              <a:buSzPts val="13300"/>
              <a:buNone/>
              <a:defRPr sz="13300">
                <a:solidFill>
                  <a:schemeClr val="lt1"/>
                </a:solidFill>
              </a:defRPr>
            </a:lvl9pPr>
          </a:lstStyle>
          <a:p>
            <a:r>
              <a:t>xx%</a:t>
            </a:r>
          </a:p>
        </p:txBody>
      </p:sp>
      <p:sp>
        <p:nvSpPr>
          <p:cNvPr id="66" name="Google Shape;66;g1e5b3c3f154_0_468"/>
          <p:cNvSpPr txBox="1"/>
          <p:nvPr>
            <p:ph idx="1" type="body"/>
          </p:nvPr>
        </p:nvSpPr>
        <p:spPr>
          <a:xfrm>
            <a:off x="415600" y="2828567"/>
            <a:ext cx="7113300" cy="1256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Clr>
                <a:schemeClr val="accent2"/>
              </a:buClr>
              <a:buSzPts val="1700"/>
              <a:buChar char="●"/>
              <a:defRPr>
                <a:solidFill>
                  <a:schemeClr val="accent2"/>
                </a:solidFill>
              </a:defRPr>
            </a:lvl1pPr>
            <a:lvl2pPr indent="-323850" lvl="1" marL="914400" algn="l">
              <a:lnSpc>
                <a:spcPct val="115000"/>
              </a:lnSpc>
              <a:spcBef>
                <a:spcPts val="0"/>
              </a:spcBef>
              <a:spcAft>
                <a:spcPts val="0"/>
              </a:spcAft>
              <a:buClr>
                <a:schemeClr val="accent2"/>
              </a:buClr>
              <a:buSzPts val="1500"/>
              <a:buChar char="○"/>
              <a:defRPr>
                <a:solidFill>
                  <a:schemeClr val="accent2"/>
                </a:solidFill>
              </a:defRPr>
            </a:lvl2pPr>
            <a:lvl3pPr indent="-323850" lvl="2" marL="1371600" algn="l">
              <a:lnSpc>
                <a:spcPct val="115000"/>
              </a:lnSpc>
              <a:spcBef>
                <a:spcPts val="0"/>
              </a:spcBef>
              <a:spcAft>
                <a:spcPts val="0"/>
              </a:spcAft>
              <a:buClr>
                <a:schemeClr val="accent2"/>
              </a:buClr>
              <a:buSzPts val="1500"/>
              <a:buChar char="■"/>
              <a:defRPr>
                <a:solidFill>
                  <a:schemeClr val="accent2"/>
                </a:solidFill>
              </a:defRPr>
            </a:lvl3pPr>
            <a:lvl4pPr indent="-323850" lvl="3" marL="1828800" algn="l">
              <a:lnSpc>
                <a:spcPct val="115000"/>
              </a:lnSpc>
              <a:spcBef>
                <a:spcPts val="0"/>
              </a:spcBef>
              <a:spcAft>
                <a:spcPts val="0"/>
              </a:spcAft>
              <a:buClr>
                <a:schemeClr val="accent2"/>
              </a:buClr>
              <a:buSzPts val="1500"/>
              <a:buChar char="●"/>
              <a:defRPr>
                <a:solidFill>
                  <a:schemeClr val="accent2"/>
                </a:solidFill>
              </a:defRPr>
            </a:lvl4pPr>
            <a:lvl5pPr indent="-323850" lvl="4" marL="2286000" algn="l">
              <a:lnSpc>
                <a:spcPct val="115000"/>
              </a:lnSpc>
              <a:spcBef>
                <a:spcPts val="0"/>
              </a:spcBef>
              <a:spcAft>
                <a:spcPts val="0"/>
              </a:spcAft>
              <a:buClr>
                <a:schemeClr val="accent2"/>
              </a:buClr>
              <a:buSzPts val="1500"/>
              <a:buChar char="○"/>
              <a:defRPr>
                <a:solidFill>
                  <a:schemeClr val="accent2"/>
                </a:solidFill>
              </a:defRPr>
            </a:lvl5pPr>
            <a:lvl6pPr indent="-323850" lvl="5" marL="2743200" algn="l">
              <a:lnSpc>
                <a:spcPct val="115000"/>
              </a:lnSpc>
              <a:spcBef>
                <a:spcPts val="0"/>
              </a:spcBef>
              <a:spcAft>
                <a:spcPts val="0"/>
              </a:spcAft>
              <a:buClr>
                <a:schemeClr val="accent2"/>
              </a:buClr>
              <a:buSzPts val="1500"/>
              <a:buChar char="■"/>
              <a:defRPr>
                <a:solidFill>
                  <a:schemeClr val="accent2"/>
                </a:solidFill>
              </a:defRPr>
            </a:lvl6pPr>
            <a:lvl7pPr indent="-323850" lvl="6" marL="3200400" algn="l">
              <a:lnSpc>
                <a:spcPct val="115000"/>
              </a:lnSpc>
              <a:spcBef>
                <a:spcPts val="0"/>
              </a:spcBef>
              <a:spcAft>
                <a:spcPts val="0"/>
              </a:spcAft>
              <a:buClr>
                <a:schemeClr val="accent2"/>
              </a:buClr>
              <a:buSzPts val="1500"/>
              <a:buChar char="●"/>
              <a:defRPr>
                <a:solidFill>
                  <a:schemeClr val="accent2"/>
                </a:solidFill>
              </a:defRPr>
            </a:lvl7pPr>
            <a:lvl8pPr indent="-323850" lvl="7" marL="3657600" algn="l">
              <a:lnSpc>
                <a:spcPct val="115000"/>
              </a:lnSpc>
              <a:spcBef>
                <a:spcPts val="0"/>
              </a:spcBef>
              <a:spcAft>
                <a:spcPts val="0"/>
              </a:spcAft>
              <a:buClr>
                <a:schemeClr val="accent2"/>
              </a:buClr>
              <a:buSzPts val="1500"/>
              <a:buChar char="○"/>
              <a:defRPr>
                <a:solidFill>
                  <a:schemeClr val="accent2"/>
                </a:solidFill>
              </a:defRPr>
            </a:lvl8pPr>
            <a:lvl9pPr indent="-323850" lvl="8" marL="4114800" algn="l">
              <a:lnSpc>
                <a:spcPct val="115000"/>
              </a:lnSpc>
              <a:spcBef>
                <a:spcPts val="0"/>
              </a:spcBef>
              <a:spcAft>
                <a:spcPts val="0"/>
              </a:spcAft>
              <a:buClr>
                <a:schemeClr val="accent2"/>
              </a:buClr>
              <a:buSzPts val="1500"/>
              <a:buChar char="■"/>
              <a:defRPr>
                <a:solidFill>
                  <a:schemeClr val="accent2"/>
                </a:solidFill>
              </a:defRPr>
            </a:lvl9pPr>
          </a:lstStyle>
          <a:p/>
        </p:txBody>
      </p:sp>
      <p:sp>
        <p:nvSpPr>
          <p:cNvPr id="67" name="Google Shape;67;g1e5b3c3f154_0_46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g1e5b3c3f154_0_47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 name="Shape 9"/>
        <p:cNvGrpSpPr/>
        <p:nvPr/>
      </p:nvGrpSpPr>
      <p:grpSpPr>
        <a:xfrm>
          <a:off x="0" y="0"/>
          <a:ext cx="0" cy="0"/>
          <a:chOff x="0" y="0"/>
          <a:chExt cx="0" cy="0"/>
        </a:xfrm>
      </p:grpSpPr>
      <p:sp>
        <p:nvSpPr>
          <p:cNvPr id="10" name="Google Shape;10;g1e5b3c3f154_0_41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3700"/>
              <a:buFont typeface="Merriweather"/>
              <a:buNone/>
              <a:defRPr b="0" i="0" sz="3700" u="none" cap="none" strike="noStrike">
                <a:solidFill>
                  <a:schemeClr val="accent1"/>
                </a:solidFill>
                <a:latin typeface="Merriweather"/>
                <a:ea typeface="Merriweather"/>
                <a:cs typeface="Merriweather"/>
                <a:sym typeface="Merriweather"/>
              </a:defRPr>
            </a:lvl9pPr>
          </a:lstStyle>
          <a:p/>
        </p:txBody>
      </p:sp>
      <p:sp>
        <p:nvSpPr>
          <p:cNvPr id="11" name="Google Shape;11;g1e5b3c3f154_0_41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marR="0" rtl="0" algn="l">
              <a:lnSpc>
                <a:spcPct val="115000"/>
              </a:lnSpc>
              <a:spcBef>
                <a:spcPts val="0"/>
              </a:spcBef>
              <a:spcAft>
                <a:spcPts val="0"/>
              </a:spcAft>
              <a:buClr>
                <a:schemeClr val="dk2"/>
              </a:buClr>
              <a:buSzPts val="1700"/>
              <a:buFont typeface="Roboto"/>
              <a:buChar char="●"/>
              <a:defRPr b="0" i="0" sz="1700" u="none" cap="none" strike="noStrike">
                <a:solidFill>
                  <a:schemeClr val="dk2"/>
                </a:solidFill>
                <a:latin typeface="Roboto"/>
                <a:ea typeface="Roboto"/>
                <a:cs typeface="Roboto"/>
                <a:sym typeface="Roboto"/>
              </a:defRPr>
            </a:lvl1pPr>
            <a:lvl2pPr indent="-323850" lvl="1" marL="9144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2pPr>
            <a:lvl3pPr indent="-323850" lvl="2" marL="13716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3pPr>
            <a:lvl4pPr indent="-323850" lvl="3" marL="18288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4pPr>
            <a:lvl5pPr indent="-323850" lvl="4" marL="22860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5pPr>
            <a:lvl6pPr indent="-323850" lvl="5" marL="27432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6pPr>
            <a:lvl7pPr indent="-323850" lvl="6" marL="32004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7pPr>
            <a:lvl8pPr indent="-323850" lvl="7" marL="36576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8pPr>
            <a:lvl9pPr indent="-323850" lvl="8" marL="4114800" marR="0" rtl="0" algn="l">
              <a:lnSpc>
                <a:spcPct val="115000"/>
              </a:lnSpc>
              <a:spcBef>
                <a:spcPts val="0"/>
              </a:spcBef>
              <a:spcAft>
                <a:spcPts val="0"/>
              </a:spcAft>
              <a:buClr>
                <a:schemeClr val="dk2"/>
              </a:buClr>
              <a:buSzPts val="1500"/>
              <a:buFont typeface="Roboto"/>
              <a:buChar char="■"/>
              <a:defRPr b="0" i="0" sz="1500" u="none" cap="none" strike="noStrike">
                <a:solidFill>
                  <a:schemeClr val="dk2"/>
                </a:solidFill>
                <a:latin typeface="Roboto"/>
                <a:ea typeface="Roboto"/>
                <a:cs typeface="Roboto"/>
                <a:sym typeface="Roboto"/>
              </a:defRPr>
            </a:lvl9pPr>
          </a:lstStyle>
          <a:p/>
        </p:txBody>
      </p:sp>
      <p:sp>
        <p:nvSpPr>
          <p:cNvPr id="12" name="Google Shape;12;g1e5b3c3f154_0_41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1.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8.png"/><Relationship Id="rId4" Type="http://schemas.openxmlformats.org/officeDocument/2006/relationships/image" Target="../media/image43.png"/><Relationship Id="rId5" Type="http://schemas.openxmlformats.org/officeDocument/2006/relationships/image" Target="../media/image50.png"/><Relationship Id="rId6"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g1e5b3c3f154_0_189"/>
          <p:cNvSpPr txBox="1"/>
          <p:nvPr/>
        </p:nvSpPr>
        <p:spPr>
          <a:xfrm>
            <a:off x="108151" y="5088650"/>
            <a:ext cx="9714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pt-BR" sz="2400" u="sng" cap="none" strike="noStrike">
                <a:solidFill>
                  <a:srgbClr val="31394D"/>
                </a:solidFill>
                <a:latin typeface="Calibri"/>
                <a:ea typeface="Calibri"/>
                <a:cs typeface="Calibri"/>
                <a:sym typeface="Calibri"/>
              </a:rPr>
              <a:t>Prof. Dr. Rodrigo Bonacin</a:t>
            </a:r>
            <a:endParaRPr b="1" i="0" sz="2400" u="sng" cap="none" strike="noStrike">
              <a:solidFill>
                <a:srgbClr val="3139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pt-BR" sz="2400" u="none" cap="none" strike="noStrike">
                <a:solidFill>
                  <a:srgbClr val="31394D"/>
                </a:solidFill>
                <a:latin typeface="Calibri"/>
                <a:ea typeface="Calibri"/>
                <a:cs typeface="Calibri"/>
                <a:sym typeface="Calibri"/>
              </a:rPr>
              <a:t>rbonacin@unicamp.br</a:t>
            </a:r>
            <a:endParaRPr b="0" i="0" sz="1800" u="none" cap="none" strike="noStrike">
              <a:solidFill>
                <a:schemeClr val="lt1"/>
              </a:solidFill>
              <a:latin typeface="Calibri"/>
              <a:ea typeface="Calibri"/>
              <a:cs typeface="Calibri"/>
              <a:sym typeface="Calibri"/>
            </a:endParaRPr>
          </a:p>
        </p:txBody>
      </p:sp>
      <p:sp>
        <p:nvSpPr>
          <p:cNvPr id="75" name="Google Shape;75;g1e5b3c3f154_0_189"/>
          <p:cNvSpPr txBox="1"/>
          <p:nvPr>
            <p:ph type="title"/>
          </p:nvPr>
        </p:nvSpPr>
        <p:spPr>
          <a:xfrm>
            <a:off x="108150" y="3100700"/>
            <a:ext cx="11975700" cy="1859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pt-BR" sz="4000">
                <a:solidFill>
                  <a:schemeClr val="dk1"/>
                </a:solidFill>
                <a:latin typeface="Arial"/>
                <a:ea typeface="Arial"/>
                <a:cs typeface="Arial"/>
                <a:sym typeface="Arial"/>
              </a:rPr>
              <a:t>Tokens e Embedding</a:t>
            </a:r>
            <a:endParaRPr i="1" sz="4000"/>
          </a:p>
        </p:txBody>
      </p:sp>
      <p:pic>
        <p:nvPicPr>
          <p:cNvPr id="76" name="Google Shape;76;g1e5b3c3f154_0_189"/>
          <p:cNvPicPr preferRelativeResize="0"/>
          <p:nvPr/>
        </p:nvPicPr>
        <p:blipFill rotWithShape="1">
          <a:blip r:embed="rId3">
            <a:alphaModFix/>
          </a:blip>
          <a:srcRect b="0" l="0" r="0" t="0"/>
          <a:stretch/>
        </p:blipFill>
        <p:spPr>
          <a:xfrm>
            <a:off x="418675" y="270775"/>
            <a:ext cx="977781" cy="1108198"/>
          </a:xfrm>
          <a:prstGeom prst="rect">
            <a:avLst/>
          </a:prstGeom>
          <a:noFill/>
          <a:ln>
            <a:noFill/>
          </a:ln>
        </p:spPr>
      </p:pic>
      <p:pic>
        <p:nvPicPr>
          <p:cNvPr id="77" name="Google Shape;77;g1e5b3c3f154_0_189" title="logo-ic-unicamp-slant-line-wht-sky-ora-0480.png"/>
          <p:cNvPicPr preferRelativeResize="0"/>
          <p:nvPr/>
        </p:nvPicPr>
        <p:blipFill rotWithShape="1">
          <a:blip r:embed="rId4">
            <a:alphaModFix/>
          </a:blip>
          <a:srcRect b="0" l="0" r="0" t="0"/>
          <a:stretch/>
        </p:blipFill>
        <p:spPr>
          <a:xfrm>
            <a:off x="1521950" y="194775"/>
            <a:ext cx="1471758" cy="1260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d3eb54f4a2_0_14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Tokens e Embeddings</a:t>
            </a:r>
            <a:endParaRPr/>
          </a:p>
        </p:txBody>
      </p:sp>
      <p:sp>
        <p:nvSpPr>
          <p:cNvPr id="84" name="Google Shape;84;g3d3eb54f4a2_0_14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85" name="Google Shape;85;g3d3eb54f4a2_0_145"/>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Tokens e embeddings são conceitos centrais do uso de LLMs</a:t>
            </a:r>
            <a:r>
              <a:rPr b="0" i="0" lang="pt-BR" sz="2700" u="none" cap="none" strike="noStrike">
                <a:solidFill>
                  <a:schemeClr val="dk1"/>
                </a:solidFill>
                <a:latin typeface="Roboto"/>
                <a:ea typeface="Roboto"/>
                <a:cs typeface="Roboto"/>
                <a:sym typeface="Roboto"/>
              </a:rPr>
              <a:t> </a:t>
            </a:r>
            <a:endParaRPr b="0" i="0" sz="2000" u="none" cap="none" strike="noStrike">
              <a:solidFill>
                <a:schemeClr val="dk1"/>
              </a:solidFill>
              <a:latin typeface="Roboto"/>
              <a:ea typeface="Roboto"/>
              <a:cs typeface="Roboto"/>
              <a:sym typeface="Roboto"/>
            </a:endParaRPr>
          </a:p>
        </p:txBody>
      </p:sp>
      <p:pic>
        <p:nvPicPr>
          <p:cNvPr id="86" name="Google Shape;86;g3d3eb54f4a2_0_145"/>
          <p:cNvPicPr preferRelativeResize="0"/>
          <p:nvPr/>
        </p:nvPicPr>
        <p:blipFill>
          <a:blip r:embed="rId3">
            <a:alphaModFix/>
          </a:blip>
          <a:stretch>
            <a:fillRect/>
          </a:stretch>
        </p:blipFill>
        <p:spPr>
          <a:xfrm>
            <a:off x="2776700" y="2505450"/>
            <a:ext cx="6620112" cy="4236875"/>
          </a:xfrm>
          <a:prstGeom prst="rect">
            <a:avLst/>
          </a:prstGeom>
          <a:noFill/>
          <a:ln>
            <a:noFill/>
          </a:ln>
        </p:spPr>
      </p:pic>
      <p:pic>
        <p:nvPicPr>
          <p:cNvPr id="87" name="Google Shape;87;g3d3eb54f4a2_0_145"/>
          <p:cNvPicPr preferRelativeResize="0"/>
          <p:nvPr/>
        </p:nvPicPr>
        <p:blipFill rotWithShape="1">
          <a:blip r:embed="rId4">
            <a:alphaModFix/>
          </a:blip>
          <a:srcRect b="0" l="0" r="0" t="0"/>
          <a:stretch/>
        </p:blipFill>
        <p:spPr>
          <a:xfrm>
            <a:off x="10287142" y="12430"/>
            <a:ext cx="1489176" cy="1997550"/>
          </a:xfrm>
          <a:prstGeom prst="rect">
            <a:avLst/>
          </a:prstGeom>
          <a:noFill/>
          <a:ln>
            <a:noFill/>
          </a:ln>
        </p:spPr>
      </p:pic>
      <p:sp>
        <p:nvSpPr>
          <p:cNvPr id="88" name="Google Shape;88;g3d3eb54f4a2_0_145"/>
          <p:cNvSpPr/>
          <p:nvPr/>
        </p:nvSpPr>
        <p:spPr>
          <a:xfrm>
            <a:off x="9340225" y="745250"/>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d488b719b4_0_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Tokenização LLM</a:t>
            </a:r>
            <a:endParaRPr/>
          </a:p>
        </p:txBody>
      </p:sp>
      <p:sp>
        <p:nvSpPr>
          <p:cNvPr id="95" name="Google Shape;95;g3d488b719b4_0_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96" name="Google Shape;96;g3d488b719b4_0_3"/>
          <p:cNvSpPr txBox="1"/>
          <p:nvPr/>
        </p:nvSpPr>
        <p:spPr>
          <a:xfrm>
            <a:off x="347525" y="1997550"/>
            <a:ext cx="11428800" cy="42483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Atualmente, a maioria das pessoas interage com modelos de linguagem por meio de um ambiente virtual </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Q</a:t>
            </a:r>
            <a:r>
              <a:rPr lang="pt-BR" sz="2700">
                <a:solidFill>
                  <a:schemeClr val="dk1"/>
                </a:solidFill>
                <a:latin typeface="Roboto"/>
                <a:ea typeface="Roboto"/>
                <a:cs typeface="Roboto"/>
                <a:sym typeface="Roboto"/>
              </a:rPr>
              <a:t>ue apresenta uma interface de bate-papo entre o usuário e o modelo</a:t>
            </a:r>
            <a:endParaRPr sz="2700">
              <a:solidFill>
                <a:schemeClr val="dk1"/>
              </a:solidFill>
              <a:latin typeface="Roboto"/>
              <a:ea typeface="Roboto"/>
              <a:cs typeface="Roboto"/>
              <a:sym typeface="Roboto"/>
            </a:endParaRPr>
          </a:p>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Você pode notar que o modelo não produz sua resposta de saída de uma só vez</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Na verdade, ele gera um token por vez</a:t>
            </a:r>
            <a:endParaRPr sz="2700">
              <a:solidFill>
                <a:schemeClr val="dk1"/>
              </a:solidFill>
              <a:latin typeface="Roboto"/>
              <a:ea typeface="Roboto"/>
              <a:cs typeface="Roboto"/>
              <a:sym typeface="Roboto"/>
            </a:endParaRPr>
          </a:p>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Tokens também são a forma como o modelo vê suas entradas</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Um prompt de texto enviado ao modelo é primeiro dividido em tokens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d4ac81cb60_0_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03" name="Google Shape;103;g3d4ac81cb60_0_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04" name="Google Shape;104;g3d4ac81cb60_0_5"/>
          <p:cNvPicPr preferRelativeResize="0"/>
          <p:nvPr/>
        </p:nvPicPr>
        <p:blipFill>
          <a:blip r:embed="rId3">
            <a:alphaModFix/>
          </a:blip>
          <a:stretch>
            <a:fillRect/>
          </a:stretch>
        </p:blipFill>
        <p:spPr>
          <a:xfrm>
            <a:off x="2593150" y="1695376"/>
            <a:ext cx="7166757" cy="5148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4ac81cb60_0_1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11" name="Google Shape;111;g3d4ac81cb60_0_1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12" name="Google Shape;112;g3d4ac81cb60_0_14"/>
          <p:cNvPicPr preferRelativeResize="0"/>
          <p:nvPr/>
        </p:nvPicPr>
        <p:blipFill>
          <a:blip r:embed="rId3">
            <a:alphaModFix/>
          </a:blip>
          <a:stretch>
            <a:fillRect/>
          </a:stretch>
        </p:blipFill>
        <p:spPr>
          <a:xfrm>
            <a:off x="2943551" y="1709900"/>
            <a:ext cx="6990909" cy="2917363"/>
          </a:xfrm>
          <a:prstGeom prst="rect">
            <a:avLst/>
          </a:prstGeom>
          <a:noFill/>
          <a:ln>
            <a:noFill/>
          </a:ln>
        </p:spPr>
      </p:pic>
      <p:sp>
        <p:nvSpPr>
          <p:cNvPr id="113" name="Google Shape;113;g3d4ac81cb60_0_14"/>
          <p:cNvSpPr txBox="1"/>
          <p:nvPr/>
        </p:nvSpPr>
        <p:spPr>
          <a:xfrm>
            <a:off x="1086600" y="4877450"/>
            <a:ext cx="104139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1F1F1F"/>
                </a:solidFill>
                <a:highlight>
                  <a:srgbClr val="FFFFFF"/>
                </a:highlight>
                <a:latin typeface="Courier New"/>
                <a:ea typeface="Courier New"/>
                <a:cs typeface="Courier New"/>
                <a:sym typeface="Courier New"/>
              </a:rPr>
              <a:t>{'input_ids': [360, 4324, 13386, 29976, 1702, 2897, 394, 12609, 1146, 853, 293, 1160, 29889], 'attention_mask': [1, 1, 1, 1, 1, 1, 1, 1, 1, 1, 1, 1, 1]}</a:t>
            </a:r>
            <a:endParaRPr b="1" sz="2000">
              <a:solidFill>
                <a:srgbClr val="1F1F1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pt-BR" sz="2000">
                <a:solidFill>
                  <a:srgbClr val="1F1F1F"/>
                </a:solidFill>
                <a:highlight>
                  <a:srgbClr val="FFFFFF"/>
                </a:highlight>
                <a:latin typeface="Courier New"/>
                <a:ea typeface="Courier New"/>
                <a:cs typeface="Courier New"/>
                <a:sym typeface="Courier New"/>
              </a:rPr>
              <a:t>Diga olá para os alunos da Unicamp.</a:t>
            </a:r>
            <a:endParaRPr b="1" sz="20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d4ac81cb60_0_2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20" name="Google Shape;120;g3d4ac81cb60_0_2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21" name="Google Shape;121;g3d4ac81cb60_0_24"/>
          <p:cNvPicPr preferRelativeResize="0"/>
          <p:nvPr/>
        </p:nvPicPr>
        <p:blipFill>
          <a:blip r:embed="rId3">
            <a:alphaModFix/>
          </a:blip>
          <a:stretch>
            <a:fillRect/>
          </a:stretch>
        </p:blipFill>
        <p:spPr>
          <a:xfrm>
            <a:off x="1877699" y="2086900"/>
            <a:ext cx="8436600" cy="381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d4ac81cb60_0_3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28" name="Google Shape;128;g3d4ac81cb60_0_3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29" name="Google Shape;129;g3d4ac81cb60_0_33"/>
          <p:cNvPicPr preferRelativeResize="0"/>
          <p:nvPr/>
        </p:nvPicPr>
        <p:blipFill>
          <a:blip r:embed="rId3">
            <a:alphaModFix/>
          </a:blip>
          <a:stretch>
            <a:fillRect/>
          </a:stretch>
        </p:blipFill>
        <p:spPr>
          <a:xfrm>
            <a:off x="282902" y="1753402"/>
            <a:ext cx="11036106" cy="4988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d4ac81cb60_0_4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36" name="Google Shape;136;g3d4ac81cb60_0_4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37" name="Google Shape;137;g3d4ac81cb60_0_41"/>
          <p:cNvPicPr preferRelativeResize="0"/>
          <p:nvPr/>
        </p:nvPicPr>
        <p:blipFill>
          <a:blip r:embed="rId3">
            <a:alphaModFix/>
          </a:blip>
          <a:stretch>
            <a:fillRect/>
          </a:stretch>
        </p:blipFill>
        <p:spPr>
          <a:xfrm>
            <a:off x="79013" y="1676088"/>
            <a:ext cx="12033924" cy="43649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d488b719b4_0_1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44" name="Google Shape;144;g3d488b719b4_0_1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45" name="Google Shape;145;g3d488b719b4_0_11"/>
          <p:cNvSpPr txBox="1"/>
          <p:nvPr/>
        </p:nvSpPr>
        <p:spPr>
          <a:xfrm>
            <a:off x="347525" y="1997550"/>
            <a:ext cx="11428800" cy="34170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Foi assim que o analisador léxico decompôs nossa entrada. Observe o seguinte:</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 primeiro token é um token especial que indica o início do texto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Alguns tokens são palavras completas (por exemplo, Write, an, email)</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Alguns tokens são partes de palavras (por exemplo, apolog, izing, trag, ic)</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Os caracteres de pontuação são tokens próprios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d4ac81cb60_0_5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os tokenizadores preparam as entradas</a:t>
            </a:r>
            <a:endParaRPr/>
          </a:p>
        </p:txBody>
      </p:sp>
      <p:sp>
        <p:nvSpPr>
          <p:cNvPr id="152" name="Google Shape;152;g3d4ac81cb60_0_5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53" name="Google Shape;153;g3d4ac81cb60_0_50"/>
          <p:cNvPicPr preferRelativeResize="0"/>
          <p:nvPr/>
        </p:nvPicPr>
        <p:blipFill>
          <a:blip r:embed="rId3">
            <a:alphaModFix/>
          </a:blip>
          <a:stretch>
            <a:fillRect/>
          </a:stretch>
        </p:blipFill>
        <p:spPr>
          <a:xfrm>
            <a:off x="3408675" y="2884300"/>
            <a:ext cx="5374600" cy="2524800"/>
          </a:xfrm>
          <a:prstGeom prst="rect">
            <a:avLst/>
          </a:prstGeom>
          <a:noFill/>
          <a:ln>
            <a:noFill/>
          </a:ln>
        </p:spPr>
      </p:pic>
      <p:sp>
        <p:nvSpPr>
          <p:cNvPr id="154" name="Google Shape;154;g3d4ac81cb60_0_50"/>
          <p:cNvSpPr txBox="1"/>
          <p:nvPr/>
        </p:nvSpPr>
        <p:spPr>
          <a:xfrm>
            <a:off x="194825" y="2137150"/>
            <a:ext cx="11802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rgbClr val="1F1F1F"/>
                </a:solidFill>
                <a:highlight>
                  <a:srgbClr val="FFFFFF"/>
                </a:highlight>
                <a:latin typeface="Courier New"/>
                <a:ea typeface="Courier New"/>
                <a:cs typeface="Courier New"/>
                <a:sym typeface="Courier New"/>
              </a:rPr>
              <a:t>IDs: [360, 4324, 13386, 29976, 1702, 2897, 394, 12609, 1146, 853, 293, 1160, 29889]</a:t>
            </a:r>
            <a:endParaRPr b="1" sz="18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d488b719b4_0_18"/>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Como o Tokenizador decompõe o texto?</a:t>
            </a:r>
            <a:endParaRPr/>
          </a:p>
        </p:txBody>
      </p:sp>
      <p:sp>
        <p:nvSpPr>
          <p:cNvPr id="161" name="Google Shape;161;g3d488b719b4_0_1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62" name="Google Shape;162;g3d488b719b4_0_18"/>
          <p:cNvSpPr txBox="1"/>
          <p:nvPr/>
        </p:nvSpPr>
        <p:spPr>
          <a:xfrm>
            <a:off x="347525" y="1997550"/>
            <a:ext cx="11428800" cy="3853500"/>
          </a:xfrm>
          <a:prstGeom prst="rect">
            <a:avLst/>
          </a:prstGeom>
          <a:noFill/>
          <a:ln>
            <a:noFill/>
          </a:ln>
        </p:spPr>
        <p:txBody>
          <a:bodyPr anchorCtr="0" anchor="t" bIns="45700" lIns="91425" spcFirstLastPara="1" rIns="91425" wrap="square" tIns="45700">
            <a:spAutoFit/>
          </a:bodyPr>
          <a:lstStyle/>
          <a:p>
            <a:pPr indent="-400050" lvl="0" marL="4572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Primeiramente, durante o projeto do modelo, é escolhido um método de tokenização</a:t>
            </a:r>
            <a:endParaRPr sz="2700">
              <a:solidFill>
                <a:schemeClr val="dk1"/>
              </a:solidFill>
              <a:latin typeface="Roboto"/>
              <a:ea typeface="Roboto"/>
              <a:cs typeface="Roboto"/>
              <a:sym typeface="Roboto"/>
            </a:endParaRPr>
          </a:p>
          <a:p>
            <a:pPr indent="-400050" lvl="2" marL="13716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Métodos populares incluem a codificação de pares de bytes (BPE), amplamente utilizada pelos modelos GPT, Gemini, etc., e o WordPiece (utilizado pelo BERT) </a:t>
            </a:r>
            <a:endParaRPr sz="2700">
              <a:solidFill>
                <a:schemeClr val="dk1"/>
              </a:solidFill>
              <a:latin typeface="Roboto"/>
              <a:ea typeface="Roboto"/>
              <a:cs typeface="Roboto"/>
              <a:sym typeface="Roboto"/>
            </a:endParaRPr>
          </a:p>
          <a:p>
            <a:pPr indent="-400050" lvl="2" marL="13716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Visam otimizar um conjunto eficiente de tokens para representar um conjunto de dados textuais, mas chegam a esse resultado de maneiras diferentes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d4ac81cb60_0_6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Como o Tokenizador decompõe o texto?</a:t>
            </a:r>
            <a:endParaRPr/>
          </a:p>
        </p:txBody>
      </p:sp>
      <p:sp>
        <p:nvSpPr>
          <p:cNvPr id="169" name="Google Shape;169;g3d4ac81cb60_0_6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170" name="Google Shape;170;g3d4ac81cb60_0_61"/>
          <p:cNvSpPr txBox="1"/>
          <p:nvPr/>
        </p:nvSpPr>
        <p:spPr>
          <a:xfrm>
            <a:off x="347525" y="1997550"/>
            <a:ext cx="11428800" cy="4331400"/>
          </a:xfrm>
          <a:prstGeom prst="rect">
            <a:avLst/>
          </a:prstGeom>
          <a:noFill/>
          <a:ln>
            <a:noFill/>
          </a:ln>
        </p:spPr>
        <p:txBody>
          <a:bodyPr anchorCtr="0" anchor="t" bIns="45700" lIns="91425" spcFirstLastPara="1" rIns="91425" wrap="square" tIns="45700">
            <a:spAutoFit/>
          </a:bodyPr>
          <a:lstStyle/>
          <a:p>
            <a:pPr indent="-400050" lvl="0" marL="4572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Após escolher o método, precisamos tomar uma série de decisões de design do tokenizador, como o tamanho do vocabulário e quais tokens especiais usar.</a:t>
            </a:r>
            <a:endParaRPr sz="2700">
              <a:solidFill>
                <a:schemeClr val="dk1"/>
              </a:solidFill>
              <a:latin typeface="Roboto"/>
              <a:ea typeface="Roboto"/>
              <a:cs typeface="Roboto"/>
              <a:sym typeface="Roboto"/>
            </a:endParaRPr>
          </a:p>
          <a:p>
            <a:pPr indent="-400050" lvl="0" marL="4572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Depois o tokenizador precisa ser treinado em um conjunto de dados específico para estabelecer o melhor vocabulário que ele pode usar para representar esse conjunto de dados</a:t>
            </a:r>
            <a:endParaRPr sz="2700">
              <a:solidFill>
                <a:schemeClr val="dk1"/>
              </a:solidFill>
              <a:latin typeface="Roboto"/>
              <a:ea typeface="Roboto"/>
              <a:cs typeface="Roboto"/>
              <a:sym typeface="Roboto"/>
            </a:endParaRPr>
          </a:p>
          <a:p>
            <a:pPr indent="-400050" lvl="1" marL="914400" marR="0" rtl="0" algn="l">
              <a:lnSpc>
                <a:spcPct val="115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Um tokenizador treinado em um conjunto de dados de texto em inglês será diferente de outro treinado em um conjunto de dados de código ou em um conjunto de dados de texto multilíngue</a:t>
            </a:r>
            <a:endParaRPr sz="27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g3d4ac81cb60_0_70"/>
          <p:cNvPicPr preferRelativeResize="0"/>
          <p:nvPr/>
        </p:nvPicPr>
        <p:blipFill rotWithShape="1">
          <a:blip r:embed="rId3">
            <a:alphaModFix/>
          </a:blip>
          <a:srcRect b="0" l="0" r="0" t="0"/>
          <a:stretch/>
        </p:blipFill>
        <p:spPr>
          <a:xfrm>
            <a:off x="2529563" y="1695403"/>
            <a:ext cx="7132824" cy="4945425"/>
          </a:xfrm>
          <a:prstGeom prst="rect">
            <a:avLst/>
          </a:prstGeom>
          <a:noFill/>
          <a:ln>
            <a:noFill/>
          </a:ln>
        </p:spPr>
      </p:pic>
      <p:sp>
        <p:nvSpPr>
          <p:cNvPr id="177" name="Google Shape;177;g3d4ac81cb60_0_7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Como o Tokenizador decompõe o texto?</a:t>
            </a:r>
            <a:endParaRPr/>
          </a:p>
        </p:txBody>
      </p:sp>
      <p:sp>
        <p:nvSpPr>
          <p:cNvPr id="178" name="Google Shape;178;g3d4ac81cb60_0_7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179" name="Google Shape;179;g3d4ac81cb60_0_70"/>
          <p:cNvPicPr preferRelativeResize="0"/>
          <p:nvPr/>
        </p:nvPicPr>
        <p:blipFill rotWithShape="1">
          <a:blip r:embed="rId4">
            <a:alphaModFix/>
          </a:blip>
          <a:srcRect b="0" l="0" r="0" t="0"/>
          <a:stretch/>
        </p:blipFill>
        <p:spPr>
          <a:xfrm>
            <a:off x="10562622" y="12430"/>
            <a:ext cx="1489176" cy="1997550"/>
          </a:xfrm>
          <a:prstGeom prst="rect">
            <a:avLst/>
          </a:prstGeom>
          <a:noFill/>
          <a:ln>
            <a:noFill/>
          </a:ln>
        </p:spPr>
      </p:pic>
      <p:sp>
        <p:nvSpPr>
          <p:cNvPr id="180" name="Google Shape;180;g3d4ac81cb60_0_70"/>
          <p:cNvSpPr/>
          <p:nvPr/>
        </p:nvSpPr>
        <p:spPr>
          <a:xfrm>
            <a:off x="9615705" y="745250"/>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96d5c0f8e4_0_329"/>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 Tokenizador decompõe o texto?</a:t>
            </a:r>
            <a:endParaRPr/>
          </a:p>
        </p:txBody>
      </p:sp>
      <p:sp>
        <p:nvSpPr>
          <p:cNvPr id="187" name="Google Shape;187;g396d5c0f8e4_0_329"/>
          <p:cNvSpPr txBox="1"/>
          <p:nvPr/>
        </p:nvSpPr>
        <p:spPr>
          <a:xfrm>
            <a:off x="347525" y="1997550"/>
            <a:ext cx="11428800" cy="21549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Palavra versus Subpalavra versus Caractere versus Tokens de Byte</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Word tokens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Essa abordagem era comum em métodos anteriores como o word2vec, mas está sendo cada vez menos utilizada em PLN</a:t>
            </a:r>
            <a:endParaRPr sz="20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Sua utilidade, no entanto, levou ao seu uso fora da PLN para casos de uso como sistemas de recomendação</a:t>
            </a:r>
            <a:endParaRPr sz="2000">
              <a:solidFill>
                <a:schemeClr val="dk1"/>
              </a:solidFill>
              <a:latin typeface="Roboto"/>
              <a:ea typeface="Roboto"/>
              <a:cs typeface="Roboto"/>
              <a:sym typeface="Roboto"/>
            </a:endParaRPr>
          </a:p>
        </p:txBody>
      </p:sp>
      <p:sp>
        <p:nvSpPr>
          <p:cNvPr id="188" name="Google Shape;188;g396d5c0f8e4_0_32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971c488238_0_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 Tokenizador decompõe o texto?</a:t>
            </a:r>
            <a:endParaRPr/>
          </a:p>
        </p:txBody>
      </p:sp>
      <p:sp>
        <p:nvSpPr>
          <p:cNvPr id="195" name="Google Shape;195;g3971c488238_0_0"/>
          <p:cNvSpPr txBox="1"/>
          <p:nvPr/>
        </p:nvSpPr>
        <p:spPr>
          <a:xfrm>
            <a:off x="347525" y="1997550"/>
            <a:ext cx="11428800" cy="31863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Palavra versus Subpalavra versus Caractere versus Tokens de Byte</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Tokens de subpalavras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Este método contém palavras inteiras e parciais</a:t>
            </a:r>
            <a:endParaRPr sz="20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Além da expressividade do vocabulário, outro benefício da abordagem é sua capacidade de representar novas palavras decompondo o novo token em caracteres menores, que tendem a fazer parte do vocabulário</a:t>
            </a:r>
            <a:endParaRPr sz="2700">
              <a:solidFill>
                <a:schemeClr val="dk1"/>
              </a:solidFill>
              <a:latin typeface="Roboto"/>
              <a:ea typeface="Roboto"/>
              <a:cs typeface="Roboto"/>
              <a:sym typeface="Roboto"/>
            </a:endParaRPr>
          </a:p>
          <a:p>
            <a:pPr indent="-400050" lvl="2" marL="13716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Tokens de caracteres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Este é outro método que pode lidar com sucesso com novas palavras porque tem as letras brutas como base. Torna a modelagem mais difícil.</a:t>
            </a:r>
            <a:endParaRPr sz="2000">
              <a:solidFill>
                <a:schemeClr val="dk1"/>
              </a:solidFill>
              <a:latin typeface="Roboto"/>
              <a:ea typeface="Roboto"/>
              <a:cs typeface="Roboto"/>
              <a:sym typeface="Roboto"/>
            </a:endParaRPr>
          </a:p>
        </p:txBody>
      </p:sp>
      <p:sp>
        <p:nvSpPr>
          <p:cNvPr id="196" name="Google Shape;196;g3971c488238_0_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d4ac81cb60_0_8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Como o Tokenizador decompõe o texto?</a:t>
            </a:r>
            <a:endParaRPr/>
          </a:p>
        </p:txBody>
      </p:sp>
      <p:sp>
        <p:nvSpPr>
          <p:cNvPr id="203" name="Google Shape;203;g3d4ac81cb60_0_8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204" name="Google Shape;204;g3d4ac81cb60_0_81"/>
          <p:cNvPicPr preferRelativeResize="0"/>
          <p:nvPr/>
        </p:nvPicPr>
        <p:blipFill>
          <a:blip r:embed="rId3">
            <a:alphaModFix/>
          </a:blip>
          <a:stretch>
            <a:fillRect/>
          </a:stretch>
        </p:blipFill>
        <p:spPr>
          <a:xfrm>
            <a:off x="2778001" y="1853801"/>
            <a:ext cx="6636000" cy="48885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96d5c0f8e4_0_30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11" name="Google Shape;211;g396d5c0f8e4_0_30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212" name="Google Shape;212;g396d5c0f8e4_0_300"/>
          <p:cNvPicPr preferRelativeResize="0"/>
          <p:nvPr/>
        </p:nvPicPr>
        <p:blipFill>
          <a:blip r:embed="rId3">
            <a:alphaModFix/>
          </a:blip>
          <a:stretch>
            <a:fillRect/>
          </a:stretch>
        </p:blipFill>
        <p:spPr>
          <a:xfrm>
            <a:off x="1441850" y="2478375"/>
            <a:ext cx="9308249" cy="3225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4ac81cb60_0_9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19" name="Google Shape;219;g3d4ac81cb60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20" name="Google Shape;220;g3d4ac81cb60_0_93"/>
          <p:cNvSpPr txBox="1"/>
          <p:nvPr/>
        </p:nvSpPr>
        <p:spPr>
          <a:xfrm>
            <a:off x="347525" y="1997550"/>
            <a:ext cx="11428800" cy="47409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Modelo base BERT (sem distinção entre maiúsculas e minúsculas)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unk_token [UNK]</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Token desconhecido para o qual o tokenizador não possui uma codificação</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sep_token [SEP]</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Um separador que permite certas tarefas que exigem que o modelo receba dois textos (nesses casos, o modelo é chamado de codificador cruzado)</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pad_token [PAD]</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Um token de preenchimento usado para preencher posições não utilizadas na entrada do modelo </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cls_token [CLS]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Um token de classificação especial para tarefas de classificação</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mask_token [MASK]</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Usado para ocultar tokens durante o processo de treinamento. </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d4ac81cb60_0_10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27" name="Google Shape;227;g3d4ac81cb60_0_10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28" name="Google Shape;228;g3d4ac81cb60_0_104"/>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BERT uncased </a:t>
            </a:r>
            <a:r>
              <a:rPr i="1" lang="pt-BR" sz="2700">
                <a:solidFill>
                  <a:schemeClr val="dk1"/>
                </a:solidFill>
                <a:latin typeface="Roboto"/>
                <a:ea typeface="Roboto"/>
                <a:cs typeface="Roboto"/>
                <a:sym typeface="Roboto"/>
              </a:rPr>
              <a:t>vs</a:t>
            </a:r>
            <a:r>
              <a:rPr lang="pt-BR" sz="2700">
                <a:solidFill>
                  <a:schemeClr val="dk1"/>
                </a:solidFill>
                <a:latin typeface="Roboto"/>
                <a:ea typeface="Roboto"/>
                <a:cs typeface="Roboto"/>
                <a:sym typeface="Roboto"/>
              </a:rPr>
              <a:t> cased </a:t>
            </a:r>
            <a:endParaRPr b="0" i="0" sz="2000" u="none" cap="none" strike="noStrike">
              <a:solidFill>
                <a:schemeClr val="dk1"/>
              </a:solidFill>
              <a:latin typeface="Roboto"/>
              <a:ea typeface="Roboto"/>
              <a:cs typeface="Roboto"/>
              <a:sym typeface="Roboto"/>
            </a:endParaRPr>
          </a:p>
        </p:txBody>
      </p:sp>
      <p:pic>
        <p:nvPicPr>
          <p:cNvPr id="229" name="Google Shape;229;g3d4ac81cb60_0_104"/>
          <p:cNvPicPr preferRelativeResize="0"/>
          <p:nvPr/>
        </p:nvPicPr>
        <p:blipFill>
          <a:blip r:embed="rId3">
            <a:alphaModFix/>
          </a:blip>
          <a:stretch>
            <a:fillRect/>
          </a:stretch>
        </p:blipFill>
        <p:spPr>
          <a:xfrm>
            <a:off x="873981" y="2657850"/>
            <a:ext cx="8662525" cy="1262675"/>
          </a:xfrm>
          <a:prstGeom prst="rect">
            <a:avLst/>
          </a:prstGeom>
          <a:noFill/>
          <a:ln>
            <a:noFill/>
          </a:ln>
        </p:spPr>
      </p:pic>
      <p:pic>
        <p:nvPicPr>
          <p:cNvPr id="230" name="Google Shape;230;g3d4ac81cb60_0_104"/>
          <p:cNvPicPr preferRelativeResize="0"/>
          <p:nvPr/>
        </p:nvPicPr>
        <p:blipFill>
          <a:blip r:embed="rId4">
            <a:alphaModFix/>
          </a:blip>
          <a:stretch>
            <a:fillRect/>
          </a:stretch>
        </p:blipFill>
        <p:spPr>
          <a:xfrm>
            <a:off x="873975" y="4333900"/>
            <a:ext cx="8393750" cy="1492850"/>
          </a:xfrm>
          <a:prstGeom prst="rect">
            <a:avLst/>
          </a:prstGeom>
          <a:noFill/>
          <a:ln>
            <a:noFill/>
          </a:ln>
        </p:spPr>
      </p:pic>
      <p:pic>
        <p:nvPicPr>
          <p:cNvPr id="231" name="Google Shape;231;g3d4ac81cb60_0_104"/>
          <p:cNvPicPr preferRelativeResize="0"/>
          <p:nvPr/>
        </p:nvPicPr>
        <p:blipFill>
          <a:blip r:embed="rId5">
            <a:alphaModFix/>
          </a:blip>
          <a:stretch>
            <a:fillRect/>
          </a:stretch>
        </p:blipFill>
        <p:spPr>
          <a:xfrm>
            <a:off x="978850" y="2397907"/>
            <a:ext cx="1847850" cy="390525"/>
          </a:xfrm>
          <a:prstGeom prst="rect">
            <a:avLst/>
          </a:prstGeom>
          <a:noFill/>
          <a:ln>
            <a:noFill/>
          </a:ln>
        </p:spPr>
      </p:pic>
      <p:pic>
        <p:nvPicPr>
          <p:cNvPr id="232" name="Google Shape;232;g3d4ac81cb60_0_104"/>
          <p:cNvPicPr preferRelativeResize="0"/>
          <p:nvPr/>
        </p:nvPicPr>
        <p:blipFill>
          <a:blip r:embed="rId6">
            <a:alphaModFix/>
          </a:blip>
          <a:stretch>
            <a:fillRect/>
          </a:stretch>
        </p:blipFill>
        <p:spPr>
          <a:xfrm>
            <a:off x="1007838" y="4094287"/>
            <a:ext cx="1828800" cy="238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d4ac81cb60_0_11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39" name="Google Shape;239;g3d4ac81cb60_0_11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40" name="Google Shape;240;g3d4ac81cb60_0_115"/>
          <p:cNvSpPr txBox="1"/>
          <p:nvPr/>
        </p:nvSpPr>
        <p:spPr>
          <a:xfrm>
            <a:off x="347525" y="1997550"/>
            <a:ext cx="11428800" cy="21702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GPT 2</a:t>
            </a:r>
            <a:endParaRPr sz="27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27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27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27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2700">
              <a:solidFill>
                <a:schemeClr val="dk1"/>
              </a:solidFill>
              <a:latin typeface="Roboto"/>
              <a:ea typeface="Roboto"/>
              <a:cs typeface="Roboto"/>
              <a:sym typeface="Roboto"/>
            </a:endParaRPr>
          </a:p>
        </p:txBody>
      </p:sp>
      <p:pic>
        <p:nvPicPr>
          <p:cNvPr id="241" name="Google Shape;241;g3d4ac81cb60_0_115"/>
          <p:cNvPicPr preferRelativeResize="0"/>
          <p:nvPr/>
        </p:nvPicPr>
        <p:blipFill>
          <a:blip r:embed="rId3">
            <a:alphaModFix/>
          </a:blip>
          <a:stretch>
            <a:fillRect/>
          </a:stretch>
        </p:blipFill>
        <p:spPr>
          <a:xfrm>
            <a:off x="906350" y="2614350"/>
            <a:ext cx="3000375" cy="695325"/>
          </a:xfrm>
          <a:prstGeom prst="rect">
            <a:avLst/>
          </a:prstGeom>
          <a:noFill/>
          <a:ln>
            <a:noFill/>
          </a:ln>
        </p:spPr>
      </p:pic>
      <p:pic>
        <p:nvPicPr>
          <p:cNvPr id="242" name="Google Shape;242;g3d4ac81cb60_0_115"/>
          <p:cNvPicPr preferRelativeResize="0"/>
          <p:nvPr/>
        </p:nvPicPr>
        <p:blipFill>
          <a:blip r:embed="rId4">
            <a:alphaModFix/>
          </a:blip>
          <a:stretch>
            <a:fillRect/>
          </a:stretch>
        </p:blipFill>
        <p:spPr>
          <a:xfrm>
            <a:off x="891846" y="3244591"/>
            <a:ext cx="5524500" cy="857250"/>
          </a:xfrm>
          <a:prstGeom prst="rect">
            <a:avLst/>
          </a:prstGeom>
          <a:noFill/>
          <a:ln>
            <a:noFill/>
          </a:ln>
        </p:spPr>
      </p:pic>
      <p:pic>
        <p:nvPicPr>
          <p:cNvPr id="243" name="Google Shape;243;g3d4ac81cb60_0_115"/>
          <p:cNvPicPr preferRelativeResize="0"/>
          <p:nvPr/>
        </p:nvPicPr>
        <p:blipFill>
          <a:blip r:embed="rId5">
            <a:alphaModFix/>
          </a:blip>
          <a:stretch>
            <a:fillRect/>
          </a:stretch>
        </p:blipFill>
        <p:spPr>
          <a:xfrm>
            <a:off x="906349" y="2386164"/>
            <a:ext cx="1819275" cy="257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d4ac81cb60_0_13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50" name="Google Shape;250;g3d4ac81cb60_0_13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51" name="Google Shape;251;g3d4ac81cb60_0_131"/>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Flan-T5 (2022)</a:t>
            </a:r>
            <a:endParaRPr sz="2700">
              <a:solidFill>
                <a:schemeClr val="dk1"/>
              </a:solidFill>
              <a:latin typeface="Roboto"/>
              <a:ea typeface="Roboto"/>
              <a:cs typeface="Roboto"/>
              <a:sym typeface="Roboto"/>
            </a:endParaRPr>
          </a:p>
        </p:txBody>
      </p:sp>
      <p:pic>
        <p:nvPicPr>
          <p:cNvPr id="252" name="Google Shape;252;g3d4ac81cb60_0_131"/>
          <p:cNvPicPr preferRelativeResize="0"/>
          <p:nvPr/>
        </p:nvPicPr>
        <p:blipFill>
          <a:blip r:embed="rId3">
            <a:alphaModFix/>
          </a:blip>
          <a:stretch>
            <a:fillRect/>
          </a:stretch>
        </p:blipFill>
        <p:spPr>
          <a:xfrm>
            <a:off x="927328" y="2505453"/>
            <a:ext cx="7288925" cy="3227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d4ac81cb60_0_142"/>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59" name="Google Shape;259;g3d4ac81cb60_0_14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60" name="Google Shape;260;g3d4ac81cb60_0_142"/>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GPT-4 (2023)</a:t>
            </a:r>
            <a:endParaRPr sz="2700">
              <a:solidFill>
                <a:schemeClr val="dk1"/>
              </a:solidFill>
              <a:latin typeface="Roboto"/>
              <a:ea typeface="Roboto"/>
              <a:cs typeface="Roboto"/>
              <a:sym typeface="Roboto"/>
            </a:endParaRPr>
          </a:p>
        </p:txBody>
      </p:sp>
      <p:pic>
        <p:nvPicPr>
          <p:cNvPr id="261" name="Google Shape;261;g3d4ac81cb60_0_142"/>
          <p:cNvPicPr preferRelativeResize="0"/>
          <p:nvPr/>
        </p:nvPicPr>
        <p:blipFill>
          <a:blip r:embed="rId3">
            <a:alphaModFix/>
          </a:blip>
          <a:stretch>
            <a:fillRect/>
          </a:stretch>
        </p:blipFill>
        <p:spPr>
          <a:xfrm>
            <a:off x="906350" y="2730342"/>
            <a:ext cx="4123625" cy="392725"/>
          </a:xfrm>
          <a:prstGeom prst="rect">
            <a:avLst/>
          </a:prstGeom>
          <a:noFill/>
          <a:ln>
            <a:noFill/>
          </a:ln>
        </p:spPr>
      </p:pic>
      <p:pic>
        <p:nvPicPr>
          <p:cNvPr id="262" name="Google Shape;262;g3d4ac81cb60_0_142"/>
          <p:cNvPicPr preferRelativeResize="0"/>
          <p:nvPr/>
        </p:nvPicPr>
        <p:blipFill>
          <a:blip r:embed="rId4">
            <a:alphaModFix/>
          </a:blip>
          <a:stretch>
            <a:fillRect/>
          </a:stretch>
        </p:blipFill>
        <p:spPr>
          <a:xfrm>
            <a:off x="957250" y="3159475"/>
            <a:ext cx="6533075" cy="1761475"/>
          </a:xfrm>
          <a:prstGeom prst="rect">
            <a:avLst/>
          </a:prstGeom>
          <a:noFill/>
          <a:ln>
            <a:noFill/>
          </a:ln>
        </p:spPr>
      </p:pic>
      <p:pic>
        <p:nvPicPr>
          <p:cNvPr id="263" name="Google Shape;263;g3d4ac81cb60_0_142"/>
          <p:cNvPicPr preferRelativeResize="0"/>
          <p:nvPr/>
        </p:nvPicPr>
        <p:blipFill>
          <a:blip r:embed="rId5">
            <a:alphaModFix/>
          </a:blip>
          <a:stretch>
            <a:fillRect/>
          </a:stretch>
        </p:blipFill>
        <p:spPr>
          <a:xfrm>
            <a:off x="957250" y="2505450"/>
            <a:ext cx="3638550" cy="276225"/>
          </a:xfrm>
          <a:prstGeom prst="rect">
            <a:avLst/>
          </a:prstGeom>
          <a:noFill/>
          <a:ln>
            <a:noFill/>
          </a:ln>
        </p:spPr>
      </p:pic>
      <p:sp>
        <p:nvSpPr>
          <p:cNvPr id="264" name="Google Shape;264;g3d4ac81cb60_0_142"/>
          <p:cNvSpPr txBox="1"/>
          <p:nvPr/>
        </p:nvSpPr>
        <p:spPr>
          <a:xfrm>
            <a:off x="4595975" y="2458913"/>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A0A0A"/>
                </a:solidFill>
              </a:rPr>
              <a:t>tokenização de sub-palavras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d4ac81cb60_0_15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71" name="Google Shape;271;g3d4ac81cb60_0_15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72" name="Google Shape;272;g3d4ac81cb60_0_153"/>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StarCoder2 (2024)</a:t>
            </a:r>
            <a:endParaRPr sz="2700">
              <a:solidFill>
                <a:schemeClr val="dk1"/>
              </a:solidFill>
              <a:latin typeface="Roboto"/>
              <a:ea typeface="Roboto"/>
              <a:cs typeface="Roboto"/>
              <a:sym typeface="Roboto"/>
            </a:endParaRPr>
          </a:p>
        </p:txBody>
      </p:sp>
      <p:pic>
        <p:nvPicPr>
          <p:cNvPr id="273" name="Google Shape;273;g3d4ac81cb60_0_153"/>
          <p:cNvPicPr preferRelativeResize="0"/>
          <p:nvPr/>
        </p:nvPicPr>
        <p:blipFill>
          <a:blip r:embed="rId3">
            <a:alphaModFix/>
          </a:blip>
          <a:stretch>
            <a:fillRect/>
          </a:stretch>
        </p:blipFill>
        <p:spPr>
          <a:xfrm>
            <a:off x="877347" y="2657850"/>
            <a:ext cx="3562350" cy="628650"/>
          </a:xfrm>
          <a:prstGeom prst="rect">
            <a:avLst/>
          </a:prstGeom>
          <a:noFill/>
          <a:ln>
            <a:noFill/>
          </a:ln>
        </p:spPr>
      </p:pic>
      <p:pic>
        <p:nvPicPr>
          <p:cNvPr id="274" name="Google Shape;274;g3d4ac81cb60_0_153"/>
          <p:cNvPicPr preferRelativeResize="0"/>
          <p:nvPr/>
        </p:nvPicPr>
        <p:blipFill>
          <a:blip r:embed="rId4">
            <a:alphaModFix/>
          </a:blip>
          <a:stretch>
            <a:fillRect/>
          </a:stretch>
        </p:blipFill>
        <p:spPr>
          <a:xfrm>
            <a:off x="877350" y="3786875"/>
            <a:ext cx="6460700" cy="1786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d4ac81cb60_0_172"/>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81" name="Google Shape;281;g3d4ac81cb60_0_17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82" name="Google Shape;282;g3d4ac81cb60_0_172"/>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Galactica</a:t>
            </a:r>
            <a:endParaRPr sz="2700">
              <a:solidFill>
                <a:schemeClr val="dk1"/>
              </a:solidFill>
              <a:latin typeface="Roboto"/>
              <a:ea typeface="Roboto"/>
              <a:cs typeface="Roboto"/>
              <a:sym typeface="Roboto"/>
            </a:endParaRPr>
          </a:p>
        </p:txBody>
      </p:sp>
      <p:pic>
        <p:nvPicPr>
          <p:cNvPr id="283" name="Google Shape;283;g3d4ac81cb60_0_172"/>
          <p:cNvPicPr preferRelativeResize="0"/>
          <p:nvPr/>
        </p:nvPicPr>
        <p:blipFill>
          <a:blip r:embed="rId3">
            <a:alphaModFix/>
          </a:blip>
          <a:stretch>
            <a:fillRect/>
          </a:stretch>
        </p:blipFill>
        <p:spPr>
          <a:xfrm>
            <a:off x="877350" y="2505450"/>
            <a:ext cx="3638550" cy="504825"/>
          </a:xfrm>
          <a:prstGeom prst="rect">
            <a:avLst/>
          </a:prstGeom>
          <a:noFill/>
          <a:ln>
            <a:noFill/>
          </a:ln>
        </p:spPr>
      </p:pic>
      <p:pic>
        <p:nvPicPr>
          <p:cNvPr id="284" name="Google Shape;284;g3d4ac81cb60_0_172"/>
          <p:cNvPicPr preferRelativeResize="0"/>
          <p:nvPr/>
        </p:nvPicPr>
        <p:blipFill>
          <a:blip r:embed="rId4">
            <a:alphaModFix/>
          </a:blip>
          <a:stretch>
            <a:fillRect/>
          </a:stretch>
        </p:blipFill>
        <p:spPr>
          <a:xfrm>
            <a:off x="877350" y="3191675"/>
            <a:ext cx="2924175" cy="647700"/>
          </a:xfrm>
          <a:prstGeom prst="rect">
            <a:avLst/>
          </a:prstGeom>
          <a:noFill/>
          <a:ln>
            <a:noFill/>
          </a:ln>
        </p:spPr>
      </p:pic>
      <p:pic>
        <p:nvPicPr>
          <p:cNvPr id="285" name="Google Shape;285;g3d4ac81cb60_0_172"/>
          <p:cNvPicPr preferRelativeResize="0"/>
          <p:nvPr/>
        </p:nvPicPr>
        <p:blipFill>
          <a:blip r:embed="rId5">
            <a:alphaModFix/>
          </a:blip>
          <a:stretch>
            <a:fillRect/>
          </a:stretch>
        </p:blipFill>
        <p:spPr>
          <a:xfrm>
            <a:off x="862848" y="3817788"/>
            <a:ext cx="5581650" cy="895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d4ac81cb60_0_18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Comparando Tokenizadores LLM Treinados</a:t>
            </a:r>
            <a:endParaRPr/>
          </a:p>
        </p:txBody>
      </p:sp>
      <p:sp>
        <p:nvSpPr>
          <p:cNvPr id="292" name="Google Shape;292;g3d4ac81cb60_0_18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293" name="Google Shape;293;g3d4ac81cb60_0_185"/>
          <p:cNvSpPr txBox="1"/>
          <p:nvPr/>
        </p:nvSpPr>
        <p:spPr>
          <a:xfrm>
            <a:off x="347525" y="1997550"/>
            <a:ext cx="11428800" cy="507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lang="pt-BR" sz="2700">
                <a:solidFill>
                  <a:schemeClr val="dk1"/>
                </a:solidFill>
                <a:latin typeface="Roboto"/>
                <a:ea typeface="Roboto"/>
                <a:cs typeface="Roboto"/>
                <a:sym typeface="Roboto"/>
              </a:rPr>
              <a:t>Phi-3 (and Llama 2)</a:t>
            </a:r>
            <a:endParaRPr sz="2700">
              <a:solidFill>
                <a:schemeClr val="dk1"/>
              </a:solidFill>
              <a:latin typeface="Roboto"/>
              <a:ea typeface="Roboto"/>
              <a:cs typeface="Roboto"/>
              <a:sym typeface="Roboto"/>
            </a:endParaRPr>
          </a:p>
        </p:txBody>
      </p:sp>
      <p:pic>
        <p:nvPicPr>
          <p:cNvPr id="294" name="Google Shape;294;g3d4ac81cb60_0_185"/>
          <p:cNvPicPr preferRelativeResize="0"/>
          <p:nvPr/>
        </p:nvPicPr>
        <p:blipFill>
          <a:blip r:embed="rId3">
            <a:alphaModFix/>
          </a:blip>
          <a:stretch>
            <a:fillRect/>
          </a:stretch>
        </p:blipFill>
        <p:spPr>
          <a:xfrm>
            <a:off x="906350" y="2505450"/>
            <a:ext cx="3638550" cy="619125"/>
          </a:xfrm>
          <a:prstGeom prst="rect">
            <a:avLst/>
          </a:prstGeom>
          <a:noFill/>
          <a:ln>
            <a:noFill/>
          </a:ln>
        </p:spPr>
      </p:pic>
      <p:pic>
        <p:nvPicPr>
          <p:cNvPr id="295" name="Google Shape;295;g3d4ac81cb60_0_185"/>
          <p:cNvPicPr preferRelativeResize="0"/>
          <p:nvPr/>
        </p:nvPicPr>
        <p:blipFill>
          <a:blip r:embed="rId4">
            <a:alphaModFix/>
          </a:blip>
          <a:stretch>
            <a:fillRect/>
          </a:stretch>
        </p:blipFill>
        <p:spPr>
          <a:xfrm>
            <a:off x="906350" y="3276975"/>
            <a:ext cx="4413350" cy="1643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971c488238_0_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02" name="Google Shape;302;g3971c488238_0_7"/>
          <p:cNvSpPr txBox="1"/>
          <p:nvPr/>
        </p:nvSpPr>
        <p:spPr>
          <a:xfrm>
            <a:off x="347525" y="1997550"/>
            <a:ext cx="11428800" cy="36018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Passos - </a:t>
            </a:r>
            <a:r>
              <a:rPr lang="pt-BR" sz="2700">
                <a:solidFill>
                  <a:schemeClr val="dk1"/>
                </a:solidFill>
                <a:latin typeface="Roboto"/>
                <a:ea typeface="Roboto"/>
                <a:cs typeface="Roboto"/>
                <a:sym typeface="Roboto"/>
              </a:rPr>
              <a:t>codificação de pares de bytes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Inicialização</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Divide todo o texto de treinamento em palavras e adicionando um símbolo especial no final de cada uma (ex.: &lt;/w&gt;) para marcar o fim da palavra</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Separação por Caracteres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Inicialmente, o "vocabulário" do modelo é composto por todos os caracteres individuais presentes no texto. Cada palavra é dividida em seus caracteres básicos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Contagem de Pares</a:t>
            </a:r>
            <a:endParaRPr sz="2700">
              <a:solidFill>
                <a:schemeClr val="dk1"/>
              </a:solidFill>
              <a:latin typeface="Roboto"/>
              <a:ea typeface="Roboto"/>
              <a:cs typeface="Roboto"/>
              <a:sym typeface="Roboto"/>
            </a:endParaRPr>
          </a:p>
          <a:p>
            <a:pPr indent="-355600" lvl="3" marL="1828800" rtl="0" algn="l">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O algoritmo varre o texto e conta a frequência de todos os pares de tokens adjacentes</a:t>
            </a:r>
            <a:endParaRPr sz="2000">
              <a:solidFill>
                <a:schemeClr val="dk1"/>
              </a:solidFill>
              <a:latin typeface="Roboto"/>
              <a:ea typeface="Roboto"/>
              <a:cs typeface="Roboto"/>
              <a:sym typeface="Roboto"/>
            </a:endParaRPr>
          </a:p>
        </p:txBody>
      </p:sp>
      <p:sp>
        <p:nvSpPr>
          <p:cNvPr id="303" name="Google Shape;303;g3971c488238_0_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971c488238_0_2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10" name="Google Shape;310;g3971c488238_0_26"/>
          <p:cNvSpPr txBox="1"/>
          <p:nvPr/>
        </p:nvSpPr>
        <p:spPr>
          <a:xfrm>
            <a:off x="347525" y="1997550"/>
            <a:ext cx="11428800" cy="25704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Passos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Fusão (Merge)</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O par de tokens que aparece com mais frequência é fundido em um único e novo token. Este novo token é adicionado ao vocabulário</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Repretição</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 Os passos de </a:t>
            </a:r>
            <a:r>
              <a:rPr i="1" lang="pt-BR" sz="2000">
                <a:solidFill>
                  <a:schemeClr val="dk1"/>
                </a:solidFill>
                <a:latin typeface="Roboto"/>
                <a:ea typeface="Roboto"/>
                <a:cs typeface="Roboto"/>
                <a:sym typeface="Roboto"/>
              </a:rPr>
              <a:t>contagem</a:t>
            </a:r>
            <a:r>
              <a:rPr lang="pt-BR" sz="2000">
                <a:solidFill>
                  <a:schemeClr val="dk1"/>
                </a:solidFill>
                <a:latin typeface="Roboto"/>
                <a:ea typeface="Roboto"/>
                <a:cs typeface="Roboto"/>
                <a:sym typeface="Roboto"/>
              </a:rPr>
              <a:t> e </a:t>
            </a:r>
            <a:r>
              <a:rPr i="1" lang="pt-BR" sz="2000">
                <a:solidFill>
                  <a:schemeClr val="dk1"/>
                </a:solidFill>
                <a:latin typeface="Roboto"/>
                <a:ea typeface="Roboto"/>
                <a:cs typeface="Roboto"/>
                <a:sym typeface="Roboto"/>
              </a:rPr>
              <a:t>fusão</a:t>
            </a:r>
            <a:r>
              <a:rPr lang="pt-BR" sz="2000">
                <a:solidFill>
                  <a:schemeClr val="dk1"/>
                </a:solidFill>
                <a:latin typeface="Roboto"/>
                <a:ea typeface="Roboto"/>
                <a:cs typeface="Roboto"/>
                <a:sym typeface="Roboto"/>
              </a:rPr>
              <a:t> são repetidos milhares de vezes até que o vocabulário atinja um tamanho predefinido (por exemplo, 50.000 tokens)</a:t>
            </a:r>
            <a:endParaRPr sz="2000">
              <a:solidFill>
                <a:schemeClr val="dk1"/>
              </a:solidFill>
              <a:latin typeface="Roboto"/>
              <a:ea typeface="Roboto"/>
              <a:cs typeface="Roboto"/>
              <a:sym typeface="Roboto"/>
            </a:endParaRPr>
          </a:p>
        </p:txBody>
      </p:sp>
      <p:sp>
        <p:nvSpPr>
          <p:cNvPr id="311" name="Google Shape;311;g3971c488238_0_2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971c488238_0_3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18" name="Google Shape;318;g3971c488238_0_34"/>
          <p:cNvSpPr txBox="1"/>
          <p:nvPr/>
        </p:nvSpPr>
        <p:spPr>
          <a:xfrm>
            <a:off x="347525" y="1997550"/>
            <a:ext cx="11428800" cy="3601800"/>
          </a:xfrm>
          <a:prstGeom prst="rect">
            <a:avLst/>
          </a:prstGeom>
          <a:noFill/>
          <a:ln>
            <a:noFill/>
          </a:ln>
        </p:spPr>
        <p:txBody>
          <a:bodyPr anchorCtr="0" anchor="t" bIns="45700" lIns="91425" spcFirstLastPara="1" rIns="91425" wrap="square" tIns="45700">
            <a:spAutoFit/>
          </a:bodyPr>
          <a:lstStyle/>
          <a:p>
            <a:pPr indent="-400050" lvl="0" marL="914400" marR="0" rtl="0" algn="l">
              <a:lnSpc>
                <a:spcPct val="10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Porque é tão popular ? Pontos Positivos</a:t>
            </a:r>
            <a:endParaRPr sz="27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Lida com Palavras Desconhecidas</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Se o modelo encontrar uma palavra que nunca viu antes ele quebra essa palavra em tokens menores ou caracteres que ele já conhece </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Vocabulário Eficiente</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Palavras muito comuns se tornam um único token rapidamente. Palavras raras são construídas através da junção de subpalavras</a:t>
            </a:r>
            <a:endParaRPr sz="2000">
              <a:solidFill>
                <a:schemeClr val="dk1"/>
              </a:solidFill>
              <a:latin typeface="Roboto"/>
              <a:ea typeface="Roboto"/>
              <a:cs typeface="Roboto"/>
              <a:sym typeface="Roboto"/>
            </a:endParaRPr>
          </a:p>
          <a:p>
            <a:pPr indent="-400050" lvl="2" marL="1371600" rtl="0" algn="l">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Flexível para Vários Idiomas</a:t>
            </a:r>
            <a:endParaRPr sz="2700">
              <a:solidFill>
                <a:schemeClr val="dk1"/>
              </a:solidFill>
              <a:latin typeface="Roboto"/>
              <a:ea typeface="Roboto"/>
              <a:cs typeface="Roboto"/>
              <a:sym typeface="Roboto"/>
            </a:endParaRPr>
          </a:p>
          <a:p>
            <a:pPr indent="-355600" lvl="3" marL="1828800" marR="0" rtl="0" algn="l">
              <a:lnSpc>
                <a:spcPct val="100000"/>
              </a:lnSpc>
              <a:spcBef>
                <a:spcPts val="0"/>
              </a:spcBef>
              <a:spcAft>
                <a:spcPts val="0"/>
              </a:spcAft>
              <a:buClr>
                <a:schemeClr val="dk1"/>
              </a:buClr>
              <a:buSzPts val="2000"/>
              <a:buFont typeface="Roboto"/>
              <a:buChar char="●"/>
            </a:pPr>
            <a:r>
              <a:rPr lang="pt-BR" sz="2000">
                <a:solidFill>
                  <a:schemeClr val="dk1"/>
                </a:solidFill>
                <a:latin typeface="Roboto"/>
                <a:ea typeface="Roboto"/>
                <a:cs typeface="Roboto"/>
                <a:sym typeface="Roboto"/>
              </a:rPr>
              <a:t>C</a:t>
            </a:r>
            <a:r>
              <a:rPr lang="pt-BR" sz="2000">
                <a:solidFill>
                  <a:schemeClr val="dk1"/>
                </a:solidFill>
                <a:latin typeface="Roboto"/>
                <a:ea typeface="Roboto"/>
                <a:cs typeface="Roboto"/>
                <a:sym typeface="Roboto"/>
              </a:rPr>
              <a:t>onsegue se adaptar organicamente para agrupar prefixos e sufixos comuns em diferentes idiomas, mesmo sem saber as regras gramaticais daquela língua.</a:t>
            </a:r>
            <a:endParaRPr sz="2000">
              <a:solidFill>
                <a:schemeClr val="dk1"/>
              </a:solidFill>
              <a:latin typeface="Roboto"/>
              <a:ea typeface="Roboto"/>
              <a:cs typeface="Roboto"/>
              <a:sym typeface="Roboto"/>
            </a:endParaRPr>
          </a:p>
        </p:txBody>
      </p:sp>
      <p:sp>
        <p:nvSpPr>
          <p:cNvPr id="319" name="Google Shape;319;g3971c488238_0_3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971c488238_0_48"/>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26" name="Google Shape;326;g3971c488238_0_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327" name="Google Shape;327;g3971c488238_0_48"/>
          <p:cNvPicPr preferRelativeResize="0"/>
          <p:nvPr/>
        </p:nvPicPr>
        <p:blipFill>
          <a:blip r:embed="rId3">
            <a:alphaModFix/>
          </a:blip>
          <a:stretch>
            <a:fillRect/>
          </a:stretch>
        </p:blipFill>
        <p:spPr>
          <a:xfrm>
            <a:off x="3526513" y="1688625"/>
            <a:ext cx="5138918" cy="5169375"/>
          </a:xfrm>
          <a:prstGeom prst="rect">
            <a:avLst/>
          </a:prstGeom>
          <a:noFill/>
          <a:ln>
            <a:noFill/>
          </a:ln>
        </p:spPr>
      </p:pic>
      <p:sp>
        <p:nvSpPr>
          <p:cNvPr id="328" name="Google Shape;328;g3971c488238_0_48"/>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971c488238_0_5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35" name="Google Shape;335;g3971c488238_0_5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36" name="Google Shape;336;g3971c488238_0_57"/>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37" name="Google Shape;337;g3971c488238_0_57"/>
          <p:cNvPicPr preferRelativeResize="0"/>
          <p:nvPr/>
        </p:nvPicPr>
        <p:blipFill>
          <a:blip r:embed="rId3">
            <a:alphaModFix/>
          </a:blip>
          <a:stretch>
            <a:fillRect/>
          </a:stretch>
        </p:blipFill>
        <p:spPr>
          <a:xfrm>
            <a:off x="3144999" y="1591800"/>
            <a:ext cx="5902000" cy="5337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971c488238_0_66"/>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44" name="Google Shape;344;g3971c488238_0_6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45" name="Google Shape;345;g3971c488238_0_66"/>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46" name="Google Shape;346;g3971c488238_0_66"/>
          <p:cNvPicPr preferRelativeResize="0"/>
          <p:nvPr/>
        </p:nvPicPr>
        <p:blipFill>
          <a:blip r:embed="rId3">
            <a:alphaModFix/>
          </a:blip>
          <a:stretch>
            <a:fillRect/>
          </a:stretch>
        </p:blipFill>
        <p:spPr>
          <a:xfrm>
            <a:off x="3334950" y="1688625"/>
            <a:ext cx="5522091" cy="50536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971c488238_0_75"/>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53" name="Google Shape;353;g3971c488238_0_7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54" name="Google Shape;354;g3971c488238_0_75"/>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55" name="Google Shape;355;g3971c488238_0_75"/>
          <p:cNvPicPr preferRelativeResize="0"/>
          <p:nvPr/>
        </p:nvPicPr>
        <p:blipFill>
          <a:blip r:embed="rId3">
            <a:alphaModFix/>
          </a:blip>
          <a:stretch>
            <a:fillRect/>
          </a:stretch>
        </p:blipFill>
        <p:spPr>
          <a:xfrm>
            <a:off x="3308475" y="1688625"/>
            <a:ext cx="5702659" cy="5169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971c488238_0_8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62" name="Google Shape;362;g3971c488238_0_8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63" name="Google Shape;363;g3971c488238_0_84"/>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64" name="Google Shape;364;g3971c488238_0_84"/>
          <p:cNvPicPr preferRelativeResize="0"/>
          <p:nvPr/>
        </p:nvPicPr>
        <p:blipFill>
          <a:blip r:embed="rId3">
            <a:alphaModFix/>
          </a:blip>
          <a:stretch>
            <a:fillRect/>
          </a:stretch>
        </p:blipFill>
        <p:spPr>
          <a:xfrm>
            <a:off x="3315125" y="1688625"/>
            <a:ext cx="5709077" cy="51693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971c488238_0_9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71" name="Google Shape;371;g3971c488238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72" name="Google Shape;372;g3971c488238_0_93"/>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73" name="Google Shape;373;g3971c488238_0_93"/>
          <p:cNvPicPr preferRelativeResize="0"/>
          <p:nvPr/>
        </p:nvPicPr>
        <p:blipFill>
          <a:blip r:embed="rId3">
            <a:alphaModFix/>
          </a:blip>
          <a:stretch>
            <a:fillRect/>
          </a:stretch>
        </p:blipFill>
        <p:spPr>
          <a:xfrm>
            <a:off x="3338675" y="1688625"/>
            <a:ext cx="5640876" cy="51693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971c488238_0_10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80" name="Google Shape;380;g3971c488238_0_10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81" name="Google Shape;381;g3971c488238_0_103"/>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82" name="Google Shape;382;g3971c488238_0_103"/>
          <p:cNvPicPr preferRelativeResize="0"/>
          <p:nvPr/>
        </p:nvPicPr>
        <p:blipFill>
          <a:blip r:embed="rId3">
            <a:alphaModFix/>
          </a:blip>
          <a:stretch>
            <a:fillRect/>
          </a:stretch>
        </p:blipFill>
        <p:spPr>
          <a:xfrm>
            <a:off x="3273238" y="1688625"/>
            <a:ext cx="5645479" cy="51693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971c488238_0_112"/>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89" name="Google Shape;389;g3971c488238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90" name="Google Shape;390;g3971c488238_0_112"/>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391" name="Google Shape;391;g3971c488238_0_112"/>
          <p:cNvPicPr preferRelativeResize="0"/>
          <p:nvPr/>
        </p:nvPicPr>
        <p:blipFill>
          <a:blip r:embed="rId3">
            <a:alphaModFix/>
          </a:blip>
          <a:stretch>
            <a:fillRect/>
          </a:stretch>
        </p:blipFill>
        <p:spPr>
          <a:xfrm>
            <a:off x="2782625" y="1688625"/>
            <a:ext cx="6121117" cy="5053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971c488238_0_122"/>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398" name="Google Shape;398;g3971c488238_0_12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399" name="Google Shape;399;g3971c488238_0_122"/>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400" name="Google Shape;400;g3971c488238_0_122"/>
          <p:cNvPicPr preferRelativeResize="0"/>
          <p:nvPr/>
        </p:nvPicPr>
        <p:blipFill>
          <a:blip r:embed="rId3">
            <a:alphaModFix/>
          </a:blip>
          <a:stretch>
            <a:fillRect/>
          </a:stretch>
        </p:blipFill>
        <p:spPr>
          <a:xfrm>
            <a:off x="2705738" y="1651900"/>
            <a:ext cx="6780526" cy="5090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971c488238_0_131"/>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spcBef>
                <a:spcPts val="0"/>
              </a:spcBef>
              <a:spcAft>
                <a:spcPts val="0"/>
              </a:spcAft>
              <a:buSzPts val="3700"/>
              <a:buNone/>
            </a:pPr>
            <a:r>
              <a:rPr lang="pt-BR"/>
              <a:t>BPE - </a:t>
            </a:r>
            <a:r>
              <a:rPr i="1" lang="pt-BR"/>
              <a:t>Byte Pair Encoding</a:t>
            </a:r>
            <a:endParaRPr i="1"/>
          </a:p>
        </p:txBody>
      </p:sp>
      <p:sp>
        <p:nvSpPr>
          <p:cNvPr id="407" name="Google Shape;407;g3971c488238_0_13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sp>
        <p:nvSpPr>
          <p:cNvPr id="408" name="Google Shape;408;g3971c488238_0_131"/>
          <p:cNvSpPr txBox="1"/>
          <p:nvPr/>
        </p:nvSpPr>
        <p:spPr>
          <a:xfrm>
            <a:off x="9717375" y="3491925"/>
            <a:ext cx="146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700">
                <a:solidFill>
                  <a:schemeClr val="dk2"/>
                </a:solidFill>
                <a:latin typeface="Roboto"/>
                <a:ea typeface="Roboto"/>
                <a:cs typeface="Roboto"/>
                <a:sym typeface="Roboto"/>
              </a:rPr>
              <a:t>Gemini</a:t>
            </a:r>
            <a:endParaRPr sz="1700">
              <a:solidFill>
                <a:schemeClr val="dk2"/>
              </a:solidFill>
              <a:latin typeface="Roboto"/>
              <a:ea typeface="Roboto"/>
              <a:cs typeface="Roboto"/>
              <a:sym typeface="Roboto"/>
            </a:endParaRPr>
          </a:p>
        </p:txBody>
      </p:sp>
      <p:pic>
        <p:nvPicPr>
          <p:cNvPr id="409" name="Google Shape;409;g3971c488238_0_131"/>
          <p:cNvPicPr preferRelativeResize="0"/>
          <p:nvPr/>
        </p:nvPicPr>
        <p:blipFill>
          <a:blip r:embed="rId3">
            <a:alphaModFix/>
          </a:blip>
          <a:stretch>
            <a:fillRect/>
          </a:stretch>
        </p:blipFill>
        <p:spPr>
          <a:xfrm>
            <a:off x="2705738" y="1651900"/>
            <a:ext cx="6780526" cy="50904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96d5c0f8e4_0_309"/>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Token Embeddings</a:t>
            </a:r>
            <a:endParaRPr/>
          </a:p>
        </p:txBody>
      </p:sp>
      <p:sp>
        <p:nvSpPr>
          <p:cNvPr id="416" name="Google Shape;416;g396d5c0f8e4_0_30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417" name="Google Shape;417;g396d5c0f8e4_0_309"/>
          <p:cNvPicPr preferRelativeResize="0"/>
          <p:nvPr/>
        </p:nvPicPr>
        <p:blipFill>
          <a:blip r:embed="rId3">
            <a:alphaModFix/>
          </a:blip>
          <a:stretch>
            <a:fillRect/>
          </a:stretch>
        </p:blipFill>
        <p:spPr>
          <a:xfrm>
            <a:off x="2268422" y="2009975"/>
            <a:ext cx="7655100" cy="4095475"/>
          </a:xfrm>
          <a:prstGeom prst="rect">
            <a:avLst/>
          </a:prstGeom>
          <a:noFill/>
          <a:ln>
            <a:noFill/>
          </a:ln>
        </p:spPr>
      </p:pic>
      <p:pic>
        <p:nvPicPr>
          <p:cNvPr id="418" name="Google Shape;418;g396d5c0f8e4_0_309"/>
          <p:cNvPicPr preferRelativeResize="0"/>
          <p:nvPr/>
        </p:nvPicPr>
        <p:blipFill rotWithShape="1">
          <a:blip r:embed="rId4">
            <a:alphaModFix/>
          </a:blip>
          <a:srcRect b="0" l="0" r="0" t="0"/>
          <a:stretch/>
        </p:blipFill>
        <p:spPr>
          <a:xfrm>
            <a:off x="10562622" y="12430"/>
            <a:ext cx="1489176" cy="1997550"/>
          </a:xfrm>
          <a:prstGeom prst="rect">
            <a:avLst/>
          </a:prstGeom>
          <a:noFill/>
          <a:ln>
            <a:noFill/>
          </a:ln>
        </p:spPr>
      </p:pic>
      <p:sp>
        <p:nvSpPr>
          <p:cNvPr id="419" name="Google Shape;419;g396d5c0f8e4_0_309"/>
          <p:cNvSpPr/>
          <p:nvPr/>
        </p:nvSpPr>
        <p:spPr>
          <a:xfrm>
            <a:off x="9615705" y="745250"/>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d4ac81cb60_0_203"/>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Token Embeddings</a:t>
            </a:r>
            <a:endParaRPr/>
          </a:p>
        </p:txBody>
      </p:sp>
      <p:sp>
        <p:nvSpPr>
          <p:cNvPr id="426" name="Google Shape;426;g3d4ac81cb60_0_20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427" name="Google Shape;427;g3d4ac81cb60_0_203"/>
          <p:cNvPicPr preferRelativeResize="0"/>
          <p:nvPr/>
        </p:nvPicPr>
        <p:blipFill rotWithShape="1">
          <a:blip r:embed="rId3">
            <a:alphaModFix/>
          </a:blip>
          <a:srcRect b="0" l="0" r="0" t="0"/>
          <a:stretch/>
        </p:blipFill>
        <p:spPr>
          <a:xfrm>
            <a:off x="10562622" y="12430"/>
            <a:ext cx="1489176" cy="1997550"/>
          </a:xfrm>
          <a:prstGeom prst="rect">
            <a:avLst/>
          </a:prstGeom>
          <a:noFill/>
          <a:ln>
            <a:noFill/>
          </a:ln>
        </p:spPr>
      </p:pic>
      <p:sp>
        <p:nvSpPr>
          <p:cNvPr id="428" name="Google Shape;428;g3d4ac81cb60_0_203"/>
          <p:cNvSpPr/>
          <p:nvPr/>
        </p:nvSpPr>
        <p:spPr>
          <a:xfrm>
            <a:off x="9615705" y="745250"/>
            <a:ext cx="826500" cy="524700"/>
          </a:xfrm>
          <a:prstGeom prst="rightArrow">
            <a:avLst>
              <a:gd fmla="val 50000" name="adj1"/>
              <a:gd fmla="val 50000" name="adj2"/>
            </a:avLst>
          </a:prstGeom>
          <a:solidFill>
            <a:srgbClr val="626B73"/>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pic>
        <p:nvPicPr>
          <p:cNvPr id="429" name="Google Shape;429;g3d4ac81cb60_0_203"/>
          <p:cNvPicPr preferRelativeResize="0"/>
          <p:nvPr/>
        </p:nvPicPr>
        <p:blipFill>
          <a:blip r:embed="rId4">
            <a:alphaModFix/>
          </a:blip>
          <a:stretch>
            <a:fillRect/>
          </a:stretch>
        </p:blipFill>
        <p:spPr>
          <a:xfrm>
            <a:off x="3272675" y="1688625"/>
            <a:ext cx="5646593" cy="5053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d4ac81cb60_0_214"/>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3700"/>
              <a:buNone/>
            </a:pPr>
            <a:r>
              <a:rPr lang="pt-BR"/>
              <a:t>Token Embeddings - </a:t>
            </a:r>
            <a:r>
              <a:rPr lang="pt-BR"/>
              <a:t>DeBERTa</a:t>
            </a:r>
            <a:endParaRPr/>
          </a:p>
        </p:txBody>
      </p:sp>
      <p:sp>
        <p:nvSpPr>
          <p:cNvPr id="436" name="Google Shape;436;g3d4ac81cb60_0_21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437" name="Google Shape;437;g3d4ac81cb60_0_214"/>
          <p:cNvPicPr preferRelativeResize="0"/>
          <p:nvPr/>
        </p:nvPicPr>
        <p:blipFill>
          <a:blip r:embed="rId3">
            <a:alphaModFix/>
          </a:blip>
          <a:stretch>
            <a:fillRect/>
          </a:stretch>
        </p:blipFill>
        <p:spPr>
          <a:xfrm>
            <a:off x="1747563" y="1709897"/>
            <a:ext cx="8696875" cy="3660525"/>
          </a:xfrm>
          <a:prstGeom prst="rect">
            <a:avLst/>
          </a:prstGeom>
          <a:noFill/>
          <a:ln>
            <a:noFill/>
          </a:ln>
        </p:spPr>
      </p:pic>
      <p:pic>
        <p:nvPicPr>
          <p:cNvPr id="438" name="Google Shape;438;g3d4ac81cb60_0_214"/>
          <p:cNvPicPr preferRelativeResize="0"/>
          <p:nvPr/>
        </p:nvPicPr>
        <p:blipFill>
          <a:blip r:embed="rId4">
            <a:alphaModFix/>
          </a:blip>
          <a:stretch>
            <a:fillRect/>
          </a:stretch>
        </p:blipFill>
        <p:spPr>
          <a:xfrm>
            <a:off x="1595202" y="5957803"/>
            <a:ext cx="1206450" cy="659525"/>
          </a:xfrm>
          <a:prstGeom prst="rect">
            <a:avLst/>
          </a:prstGeom>
          <a:noFill/>
          <a:ln>
            <a:noFill/>
          </a:ln>
        </p:spPr>
      </p:pic>
      <p:pic>
        <p:nvPicPr>
          <p:cNvPr id="439" name="Google Shape;439;g3d4ac81cb60_0_214"/>
          <p:cNvPicPr preferRelativeResize="0"/>
          <p:nvPr/>
        </p:nvPicPr>
        <p:blipFill>
          <a:blip r:embed="rId5">
            <a:alphaModFix/>
          </a:blip>
          <a:stretch>
            <a:fillRect/>
          </a:stretch>
        </p:blipFill>
        <p:spPr>
          <a:xfrm>
            <a:off x="1692652" y="5624328"/>
            <a:ext cx="2905997" cy="333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d4ac81cb60_0_230"/>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49327"/>
              <a:buNone/>
            </a:pPr>
            <a:r>
              <a:rPr lang="pt-BR"/>
              <a:t>Text Embeddings </a:t>
            </a:r>
            <a:r>
              <a:rPr lang="pt-BR" sz="2478"/>
              <a:t>(for Sentences and Whole Documents)</a:t>
            </a:r>
            <a:endParaRPr sz="2478"/>
          </a:p>
          <a:p>
            <a:pPr indent="0" lvl="0" marL="0" rtl="0" algn="l">
              <a:lnSpc>
                <a:spcPct val="100000"/>
              </a:lnSpc>
              <a:spcBef>
                <a:spcPts val="0"/>
              </a:spcBef>
              <a:spcAft>
                <a:spcPts val="0"/>
              </a:spcAft>
              <a:buSzPct val="100000"/>
              <a:buNone/>
            </a:pPr>
            <a:r>
              <a:t/>
            </a:r>
            <a:endParaRPr/>
          </a:p>
        </p:txBody>
      </p:sp>
      <p:sp>
        <p:nvSpPr>
          <p:cNvPr id="446" name="Google Shape;446;g3d4ac81cb60_0_23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447" name="Google Shape;447;g3d4ac81cb60_0_230"/>
          <p:cNvPicPr preferRelativeResize="0"/>
          <p:nvPr/>
        </p:nvPicPr>
        <p:blipFill>
          <a:blip r:embed="rId3">
            <a:alphaModFix/>
          </a:blip>
          <a:stretch>
            <a:fillRect/>
          </a:stretch>
        </p:blipFill>
        <p:spPr>
          <a:xfrm>
            <a:off x="415625" y="1927400"/>
            <a:ext cx="7979275" cy="2152600"/>
          </a:xfrm>
          <a:prstGeom prst="rect">
            <a:avLst/>
          </a:prstGeom>
          <a:noFill/>
          <a:ln>
            <a:noFill/>
          </a:ln>
        </p:spPr>
      </p:pic>
      <p:pic>
        <p:nvPicPr>
          <p:cNvPr id="448" name="Google Shape;448;g3d4ac81cb60_0_230"/>
          <p:cNvPicPr preferRelativeResize="0"/>
          <p:nvPr/>
        </p:nvPicPr>
        <p:blipFill>
          <a:blip r:embed="rId4">
            <a:alphaModFix/>
          </a:blip>
          <a:stretch>
            <a:fillRect/>
          </a:stretch>
        </p:blipFill>
        <p:spPr>
          <a:xfrm>
            <a:off x="415625" y="4348400"/>
            <a:ext cx="6845225" cy="1210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d4ac81cb60_0_247"/>
          <p:cNvSpPr txBox="1"/>
          <p:nvPr>
            <p:ph type="title"/>
          </p:nvPr>
        </p:nvSpPr>
        <p:spPr>
          <a:xfrm>
            <a:off x="415633" y="667900"/>
            <a:ext cx="11360700" cy="831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49327"/>
              <a:buNone/>
            </a:pPr>
            <a:r>
              <a:rPr lang="pt-BR"/>
              <a:t>Incorporação de palavras além dos LLMs</a:t>
            </a:r>
            <a:endParaRPr sz="2478"/>
          </a:p>
          <a:p>
            <a:pPr indent="0" lvl="0" marL="0" rtl="0" algn="l">
              <a:lnSpc>
                <a:spcPct val="100000"/>
              </a:lnSpc>
              <a:spcBef>
                <a:spcPts val="0"/>
              </a:spcBef>
              <a:spcAft>
                <a:spcPts val="0"/>
              </a:spcAft>
              <a:buSzPct val="100000"/>
              <a:buNone/>
            </a:pPr>
            <a:r>
              <a:t/>
            </a:r>
            <a:endParaRPr/>
          </a:p>
        </p:txBody>
      </p:sp>
      <p:sp>
        <p:nvSpPr>
          <p:cNvPr id="455" name="Google Shape;455;g3d4ac81cb60_0_24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pt-BR"/>
              <a:t>‹#›</a:t>
            </a:fld>
            <a:endParaRPr/>
          </a:p>
        </p:txBody>
      </p:sp>
      <p:pic>
        <p:nvPicPr>
          <p:cNvPr id="456" name="Google Shape;456;g3d4ac81cb60_0_247"/>
          <p:cNvPicPr preferRelativeResize="0"/>
          <p:nvPr/>
        </p:nvPicPr>
        <p:blipFill>
          <a:blip r:embed="rId3">
            <a:alphaModFix/>
          </a:blip>
          <a:stretch>
            <a:fillRect/>
          </a:stretch>
        </p:blipFill>
        <p:spPr>
          <a:xfrm>
            <a:off x="500375" y="1970900"/>
            <a:ext cx="5520349" cy="1007175"/>
          </a:xfrm>
          <a:prstGeom prst="rect">
            <a:avLst/>
          </a:prstGeom>
          <a:noFill/>
          <a:ln>
            <a:noFill/>
          </a:ln>
        </p:spPr>
      </p:pic>
      <p:pic>
        <p:nvPicPr>
          <p:cNvPr id="457" name="Google Shape;457;g3d4ac81cb60_0_247"/>
          <p:cNvPicPr preferRelativeResize="0"/>
          <p:nvPr/>
        </p:nvPicPr>
        <p:blipFill>
          <a:blip r:embed="rId4">
            <a:alphaModFix/>
          </a:blip>
          <a:stretch>
            <a:fillRect/>
          </a:stretch>
        </p:blipFill>
        <p:spPr>
          <a:xfrm>
            <a:off x="601877" y="3144975"/>
            <a:ext cx="5047575" cy="3341850"/>
          </a:xfrm>
          <a:prstGeom prst="rect">
            <a:avLst/>
          </a:prstGeom>
          <a:noFill/>
          <a:ln>
            <a:noFill/>
          </a:ln>
        </p:spPr>
      </p:pic>
      <p:pic>
        <p:nvPicPr>
          <p:cNvPr id="458" name="Google Shape;458;g3d4ac81cb60_0_247"/>
          <p:cNvPicPr preferRelativeResize="0"/>
          <p:nvPr/>
        </p:nvPicPr>
        <p:blipFill>
          <a:blip r:embed="rId5">
            <a:alphaModFix/>
          </a:blip>
          <a:stretch>
            <a:fillRect/>
          </a:stretch>
        </p:blipFill>
        <p:spPr>
          <a:xfrm>
            <a:off x="6956050" y="2054150"/>
            <a:ext cx="3524250" cy="923925"/>
          </a:xfrm>
          <a:prstGeom prst="rect">
            <a:avLst/>
          </a:prstGeom>
          <a:noFill/>
          <a:ln>
            <a:noFill/>
          </a:ln>
        </p:spPr>
      </p:pic>
      <p:pic>
        <p:nvPicPr>
          <p:cNvPr id="459" name="Google Shape;459;g3d4ac81cb60_0_247"/>
          <p:cNvPicPr preferRelativeResize="0"/>
          <p:nvPr/>
        </p:nvPicPr>
        <p:blipFill>
          <a:blip r:embed="rId6">
            <a:alphaModFix/>
          </a:blip>
          <a:stretch>
            <a:fillRect/>
          </a:stretch>
        </p:blipFill>
        <p:spPr>
          <a:xfrm>
            <a:off x="6555800" y="3144975"/>
            <a:ext cx="5047575" cy="33265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2023-07-05T20:15:16Z</dcterms:created>
  <dc:creator>Patrick Bonnereau</dc:creator>
</cp:coreProperties>
</file>