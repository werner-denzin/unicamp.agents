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Roboto"/>
      <p:regular r:id="rId32"/>
      <p:bold r:id="rId33"/>
      <p:italic r:id="rId34"/>
      <p:boldItalic r:id="rId35"/>
    </p:embeddedFont>
    <p:embeddedFont>
      <p:font typeface="Merriweath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i05RDHc6MoS80GUhvCH1oUnl89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bold.fntdata"/><Relationship Id="rId10" Type="http://schemas.openxmlformats.org/officeDocument/2006/relationships/slide" Target="slides/slide6.xml"/><Relationship Id="rId32" Type="http://schemas.openxmlformats.org/officeDocument/2006/relationships/font" Target="fonts/Roboto-regular.fntdata"/><Relationship Id="rId13" Type="http://schemas.openxmlformats.org/officeDocument/2006/relationships/slide" Target="slides/slide9.xml"/><Relationship Id="rId35" Type="http://schemas.openxmlformats.org/officeDocument/2006/relationships/font" Target="fonts/Roboto-boldItalic.fntdata"/><Relationship Id="rId12" Type="http://schemas.openxmlformats.org/officeDocument/2006/relationships/slide" Target="slides/slide8.xml"/><Relationship Id="rId34" Type="http://schemas.openxmlformats.org/officeDocument/2006/relationships/font" Target="fonts/Roboto-italic.fntdata"/><Relationship Id="rId15" Type="http://schemas.openxmlformats.org/officeDocument/2006/relationships/slide" Target="slides/slide11.xml"/><Relationship Id="rId37" Type="http://schemas.openxmlformats.org/officeDocument/2006/relationships/font" Target="fonts/Merriweather-bold.fntdata"/><Relationship Id="rId14" Type="http://schemas.openxmlformats.org/officeDocument/2006/relationships/slide" Target="slides/slide10.xml"/><Relationship Id="rId36" Type="http://schemas.openxmlformats.org/officeDocument/2006/relationships/font" Target="fonts/Merriweather-regular.fntdata"/><Relationship Id="rId17" Type="http://schemas.openxmlformats.org/officeDocument/2006/relationships/slide" Target="slides/slide13.xml"/><Relationship Id="rId39" Type="http://schemas.openxmlformats.org/officeDocument/2006/relationships/font" Target="fonts/Merriweather-boldItalic.fntdata"/><Relationship Id="rId16" Type="http://schemas.openxmlformats.org/officeDocument/2006/relationships/slide" Target="slides/slide12.xml"/><Relationship Id="rId38" Type="http://schemas.openxmlformats.org/officeDocument/2006/relationships/font" Target="fonts/Merriweather-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e5b3c3f154_0_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1200"/>
              </a:spcAft>
              <a:buClr>
                <a:schemeClr val="dk1"/>
              </a:buClr>
              <a:buSzPts val="1100"/>
              <a:buFont typeface="Arial"/>
              <a:buNone/>
            </a:pPr>
            <a:r>
              <a:t/>
            </a:r>
            <a:endParaRPr/>
          </a:p>
        </p:txBody>
      </p:sp>
      <p:sp>
        <p:nvSpPr>
          <p:cNvPr id="72" name="Google Shape;72;g1e5b3c3f154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3eb54f4a2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g3d3eb54f4a2_0_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81" name="Google Shape;81;g3d3eb54f4a2_0_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7450d90cf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d7450d90cf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89" name="Google Shape;89;g3d7450d90cf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7450d90cf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d7450d90cf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97" name="Google Shape;97;g3d7450d90cf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7450d90cf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3d7450d90cf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05" name="Google Shape;105;g3d7450d90cf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7450d90cf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d7450d90cf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16" name="Google Shape;116;g3d7450d90cf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7450d90cf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d7450d90cf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24" name="Google Shape;124;g3d7450d90cf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7450d90cf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d7450d90cf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32" name="Google Shape;132;g3d7450d90cf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7450d90cf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d7450d90cf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42" name="Google Shape;142;g3d7450d90cf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7450d90cf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d7450d90cf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53" name="Google Shape;153;g3d7450d90cf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7450d90cf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d7450d90cf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164" name="Google Shape;164;g3d7450d90cf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7450d90cf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d7450d90cf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172" name="Google Shape;172;g3d7450d90cf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7450d90cf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d7450d90cf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180" name="Google Shape;180;g3d7450d90cf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7450d90cf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d7450d90cf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190" name="Google Shape;190;g3d7450d90cf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7450d90cf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d7450d90cf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198" name="Google Shape;198;g3d7450d90cf_0_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7450d90cf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d7450d90cf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09" name="Google Shape;209;g3d7450d90cf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7450d90cf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d7450d90cf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17" name="Google Shape;217;g3d7450d90cf_0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7450d90cf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d7450d90cf_0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25" name="Google Shape;225;g3d7450d90cf_0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7450d90cf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d7450d90cf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33" name="Google Shape;233;g3d7450d90cf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7450d90cf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d7450d90cf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43" name="Google Shape;243;g3d7450d90cf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7450d90cf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d7450d90cf_0_1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51" name="Google Shape;251;g3d7450d90cf_0_1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7450d90cf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d7450d90cf_0_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59" name="Google Shape;259;g3d7450d90cf_0_2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7450d90cf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d7450d90cf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69" name="Google Shape;269;g3d7450d90cf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7450d90cf_0_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d7450d90cf_0_2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77" name="Google Shape;277;g3d7450d90cf_0_2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7450d90cf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d7450d90cf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88" name="Google Shape;288;g3d7450d90cf_0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7450d90cf_0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d7450d90cf_0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300" name="Google Shape;300;g3d7450d90cf_0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7450d90cf_0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d7450d90cf_0_2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311" name="Google Shape;311;g3d7450d90cf_0_2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g1e5b3c3f154_0_446"/>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g1e5b3c3f154_0_446"/>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16" name="Google Shape;16;g1e5b3c3f154_0_44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7" name="Shape 17"/>
        <p:cNvGrpSpPr/>
        <p:nvPr/>
      </p:nvGrpSpPr>
      <p:grpSpPr>
        <a:xfrm>
          <a:off x="0" y="0"/>
          <a:ext cx="0" cy="0"/>
          <a:chOff x="0" y="0"/>
          <a:chExt cx="0" cy="0"/>
        </a:xfrm>
      </p:grpSpPr>
      <p:sp>
        <p:nvSpPr>
          <p:cNvPr id="18" name="Google Shape;18;g1e5b3c3f154_0_47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g1e5b3c3f154_0_47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g1e5b3c3f154_0_47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g1e5b3c3f154_0_47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1e5b3c3f154_0_47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3" name="Shape 23"/>
        <p:cNvGrpSpPr/>
        <p:nvPr/>
      </p:nvGrpSpPr>
      <p:grpSpPr>
        <a:xfrm>
          <a:off x="0" y="0"/>
          <a:ext cx="0" cy="0"/>
          <a:chOff x="0" y="0"/>
          <a:chExt cx="0" cy="0"/>
        </a:xfrm>
      </p:grpSpPr>
      <p:sp>
        <p:nvSpPr>
          <p:cNvPr id="24" name="Google Shape;24;g1e5b3c3f154_0_423"/>
          <p:cNvSpPr/>
          <p:nvPr/>
        </p:nvSpPr>
        <p:spPr>
          <a:xfrm>
            <a:off x="-167" y="0"/>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5" name="Google Shape;25;g1e5b3c3f154_0_423"/>
          <p:cNvSpPr txBox="1"/>
          <p:nvPr>
            <p:ph type="ctrTitle"/>
          </p:nvPr>
        </p:nvSpPr>
        <p:spPr>
          <a:xfrm>
            <a:off x="415600" y="719633"/>
            <a:ext cx="11360700" cy="17100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6" name="Google Shape;26;g1e5b3c3f154_0_423"/>
          <p:cNvSpPr txBox="1"/>
          <p:nvPr>
            <p:ph idx="1" type="subTitle"/>
          </p:nvPr>
        </p:nvSpPr>
        <p:spPr>
          <a:xfrm>
            <a:off x="415600" y="2504747"/>
            <a:ext cx="5656800" cy="9843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2"/>
              </a:buClr>
              <a:buSzPts val="2100"/>
              <a:buNone/>
              <a:defRPr sz="2100">
                <a:solidFill>
                  <a:schemeClr val="lt2"/>
                </a:solidFill>
              </a:defRPr>
            </a:lvl1pPr>
            <a:lvl2pPr lvl="1" algn="l">
              <a:lnSpc>
                <a:spcPct val="100000"/>
              </a:lnSpc>
              <a:spcBef>
                <a:spcPts val="0"/>
              </a:spcBef>
              <a:spcAft>
                <a:spcPts val="0"/>
              </a:spcAft>
              <a:buClr>
                <a:schemeClr val="lt2"/>
              </a:buClr>
              <a:buSzPts val="2100"/>
              <a:buNone/>
              <a:defRPr sz="2100">
                <a:solidFill>
                  <a:schemeClr val="lt2"/>
                </a:solidFill>
              </a:defRPr>
            </a:lvl2pPr>
            <a:lvl3pPr lvl="2" algn="l">
              <a:lnSpc>
                <a:spcPct val="100000"/>
              </a:lnSpc>
              <a:spcBef>
                <a:spcPts val="0"/>
              </a:spcBef>
              <a:spcAft>
                <a:spcPts val="0"/>
              </a:spcAft>
              <a:buClr>
                <a:schemeClr val="lt2"/>
              </a:buClr>
              <a:buSzPts val="2100"/>
              <a:buNone/>
              <a:defRPr sz="2100">
                <a:solidFill>
                  <a:schemeClr val="lt2"/>
                </a:solidFill>
              </a:defRPr>
            </a:lvl3pPr>
            <a:lvl4pPr lvl="3" algn="l">
              <a:lnSpc>
                <a:spcPct val="100000"/>
              </a:lnSpc>
              <a:spcBef>
                <a:spcPts val="0"/>
              </a:spcBef>
              <a:spcAft>
                <a:spcPts val="0"/>
              </a:spcAft>
              <a:buClr>
                <a:schemeClr val="lt2"/>
              </a:buClr>
              <a:buSzPts val="2100"/>
              <a:buNone/>
              <a:defRPr sz="2100">
                <a:solidFill>
                  <a:schemeClr val="lt2"/>
                </a:solidFill>
              </a:defRPr>
            </a:lvl4pPr>
            <a:lvl5pPr lvl="4" algn="l">
              <a:lnSpc>
                <a:spcPct val="100000"/>
              </a:lnSpc>
              <a:spcBef>
                <a:spcPts val="0"/>
              </a:spcBef>
              <a:spcAft>
                <a:spcPts val="0"/>
              </a:spcAft>
              <a:buClr>
                <a:schemeClr val="lt2"/>
              </a:buClr>
              <a:buSzPts val="2100"/>
              <a:buNone/>
              <a:defRPr sz="2100">
                <a:solidFill>
                  <a:schemeClr val="lt2"/>
                </a:solidFill>
              </a:defRPr>
            </a:lvl5pPr>
            <a:lvl6pPr lvl="5" algn="l">
              <a:lnSpc>
                <a:spcPct val="100000"/>
              </a:lnSpc>
              <a:spcBef>
                <a:spcPts val="0"/>
              </a:spcBef>
              <a:spcAft>
                <a:spcPts val="0"/>
              </a:spcAft>
              <a:buClr>
                <a:schemeClr val="lt2"/>
              </a:buClr>
              <a:buSzPts val="2100"/>
              <a:buNone/>
              <a:defRPr sz="2100">
                <a:solidFill>
                  <a:schemeClr val="lt2"/>
                </a:solidFill>
              </a:defRPr>
            </a:lvl6pPr>
            <a:lvl7pPr lvl="6" algn="l">
              <a:lnSpc>
                <a:spcPct val="100000"/>
              </a:lnSpc>
              <a:spcBef>
                <a:spcPts val="0"/>
              </a:spcBef>
              <a:spcAft>
                <a:spcPts val="0"/>
              </a:spcAft>
              <a:buClr>
                <a:schemeClr val="lt2"/>
              </a:buClr>
              <a:buSzPts val="2100"/>
              <a:buNone/>
              <a:defRPr sz="2100">
                <a:solidFill>
                  <a:schemeClr val="lt2"/>
                </a:solidFill>
              </a:defRPr>
            </a:lvl7pPr>
            <a:lvl8pPr lvl="7" algn="l">
              <a:lnSpc>
                <a:spcPct val="100000"/>
              </a:lnSpc>
              <a:spcBef>
                <a:spcPts val="0"/>
              </a:spcBef>
              <a:spcAft>
                <a:spcPts val="0"/>
              </a:spcAft>
              <a:buClr>
                <a:schemeClr val="lt2"/>
              </a:buClr>
              <a:buSzPts val="2100"/>
              <a:buNone/>
              <a:defRPr sz="2100">
                <a:solidFill>
                  <a:schemeClr val="lt2"/>
                </a:solidFill>
              </a:defRPr>
            </a:lvl8pPr>
            <a:lvl9pPr lvl="8" algn="l">
              <a:lnSpc>
                <a:spcPct val="100000"/>
              </a:lnSpc>
              <a:spcBef>
                <a:spcPts val="0"/>
              </a:spcBef>
              <a:spcAft>
                <a:spcPts val="0"/>
              </a:spcAft>
              <a:buClr>
                <a:schemeClr val="lt2"/>
              </a:buClr>
              <a:buSzPts val="2100"/>
              <a:buNone/>
              <a:defRPr sz="2100">
                <a:solidFill>
                  <a:schemeClr val="lt2"/>
                </a:solidFill>
              </a:defRPr>
            </a:lvl9pPr>
          </a:lstStyle>
          <a:p/>
        </p:txBody>
      </p:sp>
      <p:sp>
        <p:nvSpPr>
          <p:cNvPr id="27" name="Google Shape;27;g1e5b3c3f154_0_42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8" name="Shape 28"/>
        <p:cNvGrpSpPr/>
        <p:nvPr/>
      </p:nvGrpSpPr>
      <p:grpSpPr>
        <a:xfrm>
          <a:off x="0" y="0"/>
          <a:ext cx="0" cy="0"/>
          <a:chOff x="0" y="0"/>
          <a:chExt cx="0" cy="0"/>
        </a:xfrm>
      </p:grpSpPr>
      <p:sp>
        <p:nvSpPr>
          <p:cNvPr id="29" name="Google Shape;29;g1e5b3c3f154_0_428"/>
          <p:cNvSpPr/>
          <p:nvPr/>
        </p:nvSpPr>
        <p:spPr>
          <a:xfrm>
            <a:off x="0" y="64132"/>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30" name="Google Shape;30;g1e5b3c3f154_0_428"/>
          <p:cNvSpPr/>
          <p:nvPr/>
        </p:nvSpPr>
        <p:spPr>
          <a:xfrm>
            <a:off x="0" y="0"/>
            <a:ext cx="12192029"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31" name="Google Shape;31;g1e5b3c3f154_0_428"/>
          <p:cNvSpPr txBox="1"/>
          <p:nvPr>
            <p:ph type="title"/>
          </p:nvPr>
        </p:nvSpPr>
        <p:spPr>
          <a:xfrm>
            <a:off x="415600" y="719633"/>
            <a:ext cx="11360700" cy="17100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g1e5b3c3f154_0_4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g1e5b3c3f154_0_433"/>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1e5b3c3f154_0_433"/>
          <p:cNvSpPr/>
          <p:nvPr/>
        </p:nvSpPr>
        <p:spPr>
          <a:xfrm>
            <a:off x="0" y="58833"/>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36" name="Google Shape;36;g1e5b3c3f154_0_433"/>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7" name="Google Shape;37;g1e5b3c3f154_0_433"/>
          <p:cNvSpPr txBox="1"/>
          <p:nvPr>
            <p:ph type="title"/>
          </p:nvPr>
        </p:nvSpPr>
        <p:spPr>
          <a:xfrm>
            <a:off x="415633" y="667900"/>
            <a:ext cx="4941900" cy="33453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38" name="Google Shape;38;g1e5b3c3f154_0_433"/>
          <p:cNvSpPr txBox="1"/>
          <p:nvPr>
            <p:ph idx="1" type="body"/>
          </p:nvPr>
        </p:nvSpPr>
        <p:spPr>
          <a:xfrm>
            <a:off x="6192900" y="667900"/>
            <a:ext cx="5555100" cy="54648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39" name="Google Shape;39;g1e5b3c3f154_0_43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g1e5b3c3f154_0_440"/>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1e5b3c3f154_0_44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43" name="Google Shape;43;g1e5b3c3f154_0_440"/>
          <p:cNvSpPr txBox="1"/>
          <p:nvPr>
            <p:ph idx="1" type="body"/>
          </p:nvPr>
        </p:nvSpPr>
        <p:spPr>
          <a:xfrm>
            <a:off x="415600" y="2007600"/>
            <a:ext cx="5333100" cy="41016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44" name="Google Shape;44;g1e5b3c3f154_0_440"/>
          <p:cNvSpPr txBox="1"/>
          <p:nvPr>
            <p:ph idx="2" type="body"/>
          </p:nvPr>
        </p:nvSpPr>
        <p:spPr>
          <a:xfrm>
            <a:off x="6443200" y="2007600"/>
            <a:ext cx="5333100" cy="41016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45" name="Google Shape;45;g1e5b3c3f154_0_44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g1e5b3c3f154_0_450"/>
          <p:cNvSpPr/>
          <p:nvPr/>
        </p:nvSpPr>
        <p:spPr>
          <a:xfrm>
            <a:off x="0" y="0"/>
            <a:ext cx="50193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1e5b3c3f154_0_450"/>
          <p:cNvSpPr txBox="1"/>
          <p:nvPr>
            <p:ph type="title"/>
          </p:nvPr>
        </p:nvSpPr>
        <p:spPr>
          <a:xfrm>
            <a:off x="415633" y="667900"/>
            <a:ext cx="4170000" cy="2438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49" name="Google Shape;49;g1e5b3c3f154_0_450"/>
          <p:cNvSpPr txBox="1"/>
          <p:nvPr>
            <p:ph idx="1" type="body"/>
          </p:nvPr>
        </p:nvSpPr>
        <p:spPr>
          <a:xfrm>
            <a:off x="415600" y="3187533"/>
            <a:ext cx="4170000" cy="30639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Clr>
                <a:schemeClr val="accent2"/>
              </a:buClr>
              <a:buSzPts val="1700"/>
              <a:buChar char="●"/>
              <a:defRPr>
                <a:solidFill>
                  <a:schemeClr val="accent2"/>
                </a:solidFill>
              </a:defRPr>
            </a:lvl1pPr>
            <a:lvl2pPr indent="-323850" lvl="1" marL="914400" algn="l">
              <a:lnSpc>
                <a:spcPct val="115000"/>
              </a:lnSpc>
              <a:spcBef>
                <a:spcPts val="0"/>
              </a:spcBef>
              <a:spcAft>
                <a:spcPts val="0"/>
              </a:spcAft>
              <a:buClr>
                <a:schemeClr val="accent2"/>
              </a:buClr>
              <a:buSzPts val="1500"/>
              <a:buChar char="○"/>
              <a:defRPr>
                <a:solidFill>
                  <a:schemeClr val="accent2"/>
                </a:solidFill>
              </a:defRPr>
            </a:lvl2pPr>
            <a:lvl3pPr indent="-323850" lvl="2" marL="1371600" algn="l">
              <a:lnSpc>
                <a:spcPct val="115000"/>
              </a:lnSpc>
              <a:spcBef>
                <a:spcPts val="0"/>
              </a:spcBef>
              <a:spcAft>
                <a:spcPts val="0"/>
              </a:spcAft>
              <a:buClr>
                <a:schemeClr val="accent2"/>
              </a:buClr>
              <a:buSzPts val="1500"/>
              <a:buChar char="■"/>
              <a:defRPr>
                <a:solidFill>
                  <a:schemeClr val="accent2"/>
                </a:solidFill>
              </a:defRPr>
            </a:lvl3pPr>
            <a:lvl4pPr indent="-323850" lvl="3" marL="1828800" algn="l">
              <a:lnSpc>
                <a:spcPct val="115000"/>
              </a:lnSpc>
              <a:spcBef>
                <a:spcPts val="0"/>
              </a:spcBef>
              <a:spcAft>
                <a:spcPts val="0"/>
              </a:spcAft>
              <a:buClr>
                <a:schemeClr val="accent2"/>
              </a:buClr>
              <a:buSzPts val="1500"/>
              <a:buChar char="●"/>
              <a:defRPr>
                <a:solidFill>
                  <a:schemeClr val="accent2"/>
                </a:solidFill>
              </a:defRPr>
            </a:lvl4pPr>
            <a:lvl5pPr indent="-323850" lvl="4" marL="2286000" algn="l">
              <a:lnSpc>
                <a:spcPct val="115000"/>
              </a:lnSpc>
              <a:spcBef>
                <a:spcPts val="0"/>
              </a:spcBef>
              <a:spcAft>
                <a:spcPts val="0"/>
              </a:spcAft>
              <a:buClr>
                <a:schemeClr val="accent2"/>
              </a:buClr>
              <a:buSzPts val="1500"/>
              <a:buChar char="○"/>
              <a:defRPr>
                <a:solidFill>
                  <a:schemeClr val="accent2"/>
                </a:solidFill>
              </a:defRPr>
            </a:lvl5pPr>
            <a:lvl6pPr indent="-323850" lvl="5" marL="2743200" algn="l">
              <a:lnSpc>
                <a:spcPct val="115000"/>
              </a:lnSpc>
              <a:spcBef>
                <a:spcPts val="0"/>
              </a:spcBef>
              <a:spcAft>
                <a:spcPts val="0"/>
              </a:spcAft>
              <a:buClr>
                <a:schemeClr val="accent2"/>
              </a:buClr>
              <a:buSzPts val="1500"/>
              <a:buChar char="■"/>
              <a:defRPr>
                <a:solidFill>
                  <a:schemeClr val="accent2"/>
                </a:solidFill>
              </a:defRPr>
            </a:lvl6pPr>
            <a:lvl7pPr indent="-323850" lvl="6" marL="3200400" algn="l">
              <a:lnSpc>
                <a:spcPct val="115000"/>
              </a:lnSpc>
              <a:spcBef>
                <a:spcPts val="0"/>
              </a:spcBef>
              <a:spcAft>
                <a:spcPts val="0"/>
              </a:spcAft>
              <a:buClr>
                <a:schemeClr val="accent2"/>
              </a:buClr>
              <a:buSzPts val="1500"/>
              <a:buChar char="●"/>
              <a:defRPr>
                <a:solidFill>
                  <a:schemeClr val="accent2"/>
                </a:solidFill>
              </a:defRPr>
            </a:lvl7pPr>
            <a:lvl8pPr indent="-323850" lvl="7" marL="3657600" algn="l">
              <a:lnSpc>
                <a:spcPct val="115000"/>
              </a:lnSpc>
              <a:spcBef>
                <a:spcPts val="0"/>
              </a:spcBef>
              <a:spcAft>
                <a:spcPts val="0"/>
              </a:spcAft>
              <a:buClr>
                <a:schemeClr val="accent2"/>
              </a:buClr>
              <a:buSzPts val="1500"/>
              <a:buChar char="○"/>
              <a:defRPr>
                <a:solidFill>
                  <a:schemeClr val="accent2"/>
                </a:solidFill>
              </a:defRPr>
            </a:lvl8pPr>
            <a:lvl9pPr indent="-323850" lvl="8" marL="4114800" algn="l">
              <a:lnSpc>
                <a:spcPct val="115000"/>
              </a:lnSpc>
              <a:spcBef>
                <a:spcPts val="0"/>
              </a:spcBef>
              <a:spcAft>
                <a:spcPts val="0"/>
              </a:spcAft>
              <a:buClr>
                <a:schemeClr val="accent2"/>
              </a:buClr>
              <a:buSzPts val="1500"/>
              <a:buChar char="■"/>
              <a:defRPr>
                <a:solidFill>
                  <a:schemeClr val="accent2"/>
                </a:solidFill>
              </a:defRPr>
            </a:lvl9pPr>
          </a:lstStyle>
          <a:p/>
        </p:txBody>
      </p:sp>
      <p:sp>
        <p:nvSpPr>
          <p:cNvPr id="50" name="Google Shape;50;g1e5b3c3f154_0_45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1" name="Shape 51"/>
        <p:cNvGrpSpPr/>
        <p:nvPr/>
      </p:nvGrpSpPr>
      <p:grpSpPr>
        <a:xfrm>
          <a:off x="0" y="0"/>
          <a:ext cx="0" cy="0"/>
          <a:chOff x="0" y="0"/>
          <a:chExt cx="0" cy="0"/>
        </a:xfrm>
      </p:grpSpPr>
      <p:sp>
        <p:nvSpPr>
          <p:cNvPr id="52" name="Google Shape;52;g1e5b3c3f154_0_455"/>
          <p:cNvSpPr txBox="1"/>
          <p:nvPr>
            <p:ph type="title"/>
          </p:nvPr>
        </p:nvSpPr>
        <p:spPr>
          <a:xfrm>
            <a:off x="415567" y="1064800"/>
            <a:ext cx="8330400" cy="4728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3" name="Google Shape;53;g1e5b3c3f154_0_4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g1e5b3c3f154_0_458"/>
          <p:cNvSpPr/>
          <p:nvPr/>
        </p:nvSpPr>
        <p:spPr>
          <a:xfrm>
            <a:off x="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1e5b3c3f154_0_458"/>
          <p:cNvSpPr txBox="1"/>
          <p:nvPr>
            <p:ph type="title"/>
          </p:nvPr>
        </p:nvSpPr>
        <p:spPr>
          <a:xfrm>
            <a:off x="415067" y="667900"/>
            <a:ext cx="4939200" cy="2732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57" name="Google Shape;57;g1e5b3c3f154_0_458"/>
          <p:cNvSpPr txBox="1"/>
          <p:nvPr>
            <p:ph idx="1" type="subTitle"/>
          </p:nvPr>
        </p:nvSpPr>
        <p:spPr>
          <a:xfrm>
            <a:off x="406400" y="3502300"/>
            <a:ext cx="4939200" cy="1235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accent2"/>
              </a:buClr>
              <a:buSzPts val="2100"/>
              <a:buNone/>
              <a:defRPr sz="2100">
                <a:solidFill>
                  <a:schemeClr val="accent2"/>
                </a:solidFill>
              </a:defRPr>
            </a:lvl1pPr>
            <a:lvl2pPr lvl="1" algn="l">
              <a:lnSpc>
                <a:spcPct val="100000"/>
              </a:lnSpc>
              <a:spcBef>
                <a:spcPts val="0"/>
              </a:spcBef>
              <a:spcAft>
                <a:spcPts val="0"/>
              </a:spcAft>
              <a:buClr>
                <a:schemeClr val="accent2"/>
              </a:buClr>
              <a:buSzPts val="2100"/>
              <a:buNone/>
              <a:defRPr sz="2100">
                <a:solidFill>
                  <a:schemeClr val="accent2"/>
                </a:solidFill>
              </a:defRPr>
            </a:lvl2pPr>
            <a:lvl3pPr lvl="2" algn="l">
              <a:lnSpc>
                <a:spcPct val="100000"/>
              </a:lnSpc>
              <a:spcBef>
                <a:spcPts val="0"/>
              </a:spcBef>
              <a:spcAft>
                <a:spcPts val="0"/>
              </a:spcAft>
              <a:buClr>
                <a:schemeClr val="accent2"/>
              </a:buClr>
              <a:buSzPts val="2100"/>
              <a:buNone/>
              <a:defRPr sz="2100">
                <a:solidFill>
                  <a:schemeClr val="accent2"/>
                </a:solidFill>
              </a:defRPr>
            </a:lvl3pPr>
            <a:lvl4pPr lvl="3" algn="l">
              <a:lnSpc>
                <a:spcPct val="100000"/>
              </a:lnSpc>
              <a:spcBef>
                <a:spcPts val="0"/>
              </a:spcBef>
              <a:spcAft>
                <a:spcPts val="0"/>
              </a:spcAft>
              <a:buClr>
                <a:schemeClr val="accent2"/>
              </a:buClr>
              <a:buSzPts val="2100"/>
              <a:buNone/>
              <a:defRPr sz="2100">
                <a:solidFill>
                  <a:schemeClr val="accent2"/>
                </a:solidFill>
              </a:defRPr>
            </a:lvl4pPr>
            <a:lvl5pPr lvl="4" algn="l">
              <a:lnSpc>
                <a:spcPct val="100000"/>
              </a:lnSpc>
              <a:spcBef>
                <a:spcPts val="0"/>
              </a:spcBef>
              <a:spcAft>
                <a:spcPts val="0"/>
              </a:spcAft>
              <a:buClr>
                <a:schemeClr val="accent2"/>
              </a:buClr>
              <a:buSzPts val="2100"/>
              <a:buNone/>
              <a:defRPr sz="2100">
                <a:solidFill>
                  <a:schemeClr val="accent2"/>
                </a:solidFill>
              </a:defRPr>
            </a:lvl5pPr>
            <a:lvl6pPr lvl="5" algn="l">
              <a:lnSpc>
                <a:spcPct val="100000"/>
              </a:lnSpc>
              <a:spcBef>
                <a:spcPts val="0"/>
              </a:spcBef>
              <a:spcAft>
                <a:spcPts val="0"/>
              </a:spcAft>
              <a:buClr>
                <a:schemeClr val="accent2"/>
              </a:buClr>
              <a:buSzPts val="2100"/>
              <a:buNone/>
              <a:defRPr sz="2100">
                <a:solidFill>
                  <a:schemeClr val="accent2"/>
                </a:solidFill>
              </a:defRPr>
            </a:lvl6pPr>
            <a:lvl7pPr lvl="6" algn="l">
              <a:lnSpc>
                <a:spcPct val="100000"/>
              </a:lnSpc>
              <a:spcBef>
                <a:spcPts val="0"/>
              </a:spcBef>
              <a:spcAft>
                <a:spcPts val="0"/>
              </a:spcAft>
              <a:buClr>
                <a:schemeClr val="accent2"/>
              </a:buClr>
              <a:buSzPts val="2100"/>
              <a:buNone/>
              <a:defRPr sz="2100">
                <a:solidFill>
                  <a:schemeClr val="accent2"/>
                </a:solidFill>
              </a:defRPr>
            </a:lvl7pPr>
            <a:lvl8pPr lvl="7" algn="l">
              <a:lnSpc>
                <a:spcPct val="100000"/>
              </a:lnSpc>
              <a:spcBef>
                <a:spcPts val="0"/>
              </a:spcBef>
              <a:spcAft>
                <a:spcPts val="0"/>
              </a:spcAft>
              <a:buClr>
                <a:schemeClr val="accent2"/>
              </a:buClr>
              <a:buSzPts val="2100"/>
              <a:buNone/>
              <a:defRPr sz="2100">
                <a:solidFill>
                  <a:schemeClr val="accent2"/>
                </a:solidFill>
              </a:defRPr>
            </a:lvl8pPr>
            <a:lvl9pPr lvl="8" algn="l">
              <a:lnSpc>
                <a:spcPct val="100000"/>
              </a:lnSpc>
              <a:spcBef>
                <a:spcPts val="0"/>
              </a:spcBef>
              <a:spcAft>
                <a:spcPts val="0"/>
              </a:spcAft>
              <a:buClr>
                <a:schemeClr val="accent2"/>
              </a:buClr>
              <a:buSzPts val="2100"/>
              <a:buNone/>
              <a:defRPr sz="2100">
                <a:solidFill>
                  <a:schemeClr val="accent2"/>
                </a:solidFill>
              </a:defRPr>
            </a:lvl9pPr>
          </a:lstStyle>
          <a:p/>
        </p:txBody>
      </p:sp>
      <p:sp>
        <p:nvSpPr>
          <p:cNvPr id="58" name="Google Shape;58;g1e5b3c3f154_0_458"/>
          <p:cNvSpPr txBox="1"/>
          <p:nvPr>
            <p:ph idx="2" type="body"/>
          </p:nvPr>
        </p:nvSpPr>
        <p:spPr>
          <a:xfrm>
            <a:off x="6505367" y="667900"/>
            <a:ext cx="5271900" cy="54819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59" name="Google Shape;59;g1e5b3c3f154_0_4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g1e5b3c3f154_0_464"/>
          <p:cNvSpPr/>
          <p:nvPr/>
        </p:nvSpPr>
        <p:spPr>
          <a:xfrm>
            <a:off x="0" y="5825333"/>
            <a:ext cx="12192000" cy="10323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1e5b3c3f154_0_464"/>
          <p:cNvSpPr txBox="1"/>
          <p:nvPr>
            <p:ph idx="1" type="body"/>
          </p:nvPr>
        </p:nvSpPr>
        <p:spPr>
          <a:xfrm>
            <a:off x="415600" y="6028533"/>
            <a:ext cx="10639200" cy="6141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p:txBody>
      </p:sp>
      <p:sp>
        <p:nvSpPr>
          <p:cNvPr id="63" name="Google Shape;63;g1e5b3c3f154_0_4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4" name="Shape 64"/>
        <p:cNvGrpSpPr/>
        <p:nvPr/>
      </p:nvGrpSpPr>
      <p:grpSpPr>
        <a:xfrm>
          <a:off x="0" y="0"/>
          <a:ext cx="0" cy="0"/>
          <a:chOff x="0" y="0"/>
          <a:chExt cx="0" cy="0"/>
        </a:xfrm>
      </p:grpSpPr>
      <p:sp>
        <p:nvSpPr>
          <p:cNvPr id="65" name="Google Shape;65;g1e5b3c3f154_0_468"/>
          <p:cNvSpPr txBox="1"/>
          <p:nvPr>
            <p:ph hasCustomPrompt="1" type="title"/>
          </p:nvPr>
        </p:nvSpPr>
        <p:spPr>
          <a:xfrm>
            <a:off x="415667" y="1108233"/>
            <a:ext cx="7113300" cy="16596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Clr>
                <a:schemeClr val="lt1"/>
              </a:buClr>
              <a:buSzPts val="13300"/>
              <a:buNone/>
              <a:defRPr sz="13300">
                <a:solidFill>
                  <a:schemeClr val="lt1"/>
                </a:solidFill>
              </a:defRPr>
            </a:lvl1pPr>
            <a:lvl2pPr lvl="1" algn="l">
              <a:lnSpc>
                <a:spcPct val="100000"/>
              </a:lnSpc>
              <a:spcBef>
                <a:spcPts val="0"/>
              </a:spcBef>
              <a:spcAft>
                <a:spcPts val="0"/>
              </a:spcAft>
              <a:buClr>
                <a:schemeClr val="lt1"/>
              </a:buClr>
              <a:buSzPts val="13300"/>
              <a:buNone/>
              <a:defRPr sz="13300">
                <a:solidFill>
                  <a:schemeClr val="lt1"/>
                </a:solidFill>
              </a:defRPr>
            </a:lvl2pPr>
            <a:lvl3pPr lvl="2" algn="l">
              <a:lnSpc>
                <a:spcPct val="100000"/>
              </a:lnSpc>
              <a:spcBef>
                <a:spcPts val="0"/>
              </a:spcBef>
              <a:spcAft>
                <a:spcPts val="0"/>
              </a:spcAft>
              <a:buClr>
                <a:schemeClr val="lt1"/>
              </a:buClr>
              <a:buSzPts val="13300"/>
              <a:buNone/>
              <a:defRPr sz="13300">
                <a:solidFill>
                  <a:schemeClr val="lt1"/>
                </a:solidFill>
              </a:defRPr>
            </a:lvl3pPr>
            <a:lvl4pPr lvl="3" algn="l">
              <a:lnSpc>
                <a:spcPct val="100000"/>
              </a:lnSpc>
              <a:spcBef>
                <a:spcPts val="0"/>
              </a:spcBef>
              <a:spcAft>
                <a:spcPts val="0"/>
              </a:spcAft>
              <a:buClr>
                <a:schemeClr val="lt1"/>
              </a:buClr>
              <a:buSzPts val="13300"/>
              <a:buNone/>
              <a:defRPr sz="13300">
                <a:solidFill>
                  <a:schemeClr val="lt1"/>
                </a:solidFill>
              </a:defRPr>
            </a:lvl4pPr>
            <a:lvl5pPr lvl="4" algn="l">
              <a:lnSpc>
                <a:spcPct val="100000"/>
              </a:lnSpc>
              <a:spcBef>
                <a:spcPts val="0"/>
              </a:spcBef>
              <a:spcAft>
                <a:spcPts val="0"/>
              </a:spcAft>
              <a:buClr>
                <a:schemeClr val="lt1"/>
              </a:buClr>
              <a:buSzPts val="13300"/>
              <a:buNone/>
              <a:defRPr sz="13300">
                <a:solidFill>
                  <a:schemeClr val="lt1"/>
                </a:solidFill>
              </a:defRPr>
            </a:lvl5pPr>
            <a:lvl6pPr lvl="5" algn="l">
              <a:lnSpc>
                <a:spcPct val="100000"/>
              </a:lnSpc>
              <a:spcBef>
                <a:spcPts val="0"/>
              </a:spcBef>
              <a:spcAft>
                <a:spcPts val="0"/>
              </a:spcAft>
              <a:buClr>
                <a:schemeClr val="lt1"/>
              </a:buClr>
              <a:buSzPts val="13300"/>
              <a:buNone/>
              <a:defRPr sz="13300">
                <a:solidFill>
                  <a:schemeClr val="lt1"/>
                </a:solidFill>
              </a:defRPr>
            </a:lvl6pPr>
            <a:lvl7pPr lvl="6" algn="l">
              <a:lnSpc>
                <a:spcPct val="100000"/>
              </a:lnSpc>
              <a:spcBef>
                <a:spcPts val="0"/>
              </a:spcBef>
              <a:spcAft>
                <a:spcPts val="0"/>
              </a:spcAft>
              <a:buClr>
                <a:schemeClr val="lt1"/>
              </a:buClr>
              <a:buSzPts val="13300"/>
              <a:buNone/>
              <a:defRPr sz="13300">
                <a:solidFill>
                  <a:schemeClr val="lt1"/>
                </a:solidFill>
              </a:defRPr>
            </a:lvl7pPr>
            <a:lvl8pPr lvl="7" algn="l">
              <a:lnSpc>
                <a:spcPct val="100000"/>
              </a:lnSpc>
              <a:spcBef>
                <a:spcPts val="0"/>
              </a:spcBef>
              <a:spcAft>
                <a:spcPts val="0"/>
              </a:spcAft>
              <a:buClr>
                <a:schemeClr val="lt1"/>
              </a:buClr>
              <a:buSzPts val="13300"/>
              <a:buNone/>
              <a:defRPr sz="13300">
                <a:solidFill>
                  <a:schemeClr val="lt1"/>
                </a:solidFill>
              </a:defRPr>
            </a:lvl8pPr>
            <a:lvl9pPr lvl="8" algn="l">
              <a:lnSpc>
                <a:spcPct val="100000"/>
              </a:lnSpc>
              <a:spcBef>
                <a:spcPts val="0"/>
              </a:spcBef>
              <a:spcAft>
                <a:spcPts val="0"/>
              </a:spcAft>
              <a:buClr>
                <a:schemeClr val="lt1"/>
              </a:buClr>
              <a:buSzPts val="13300"/>
              <a:buNone/>
              <a:defRPr sz="13300">
                <a:solidFill>
                  <a:schemeClr val="lt1"/>
                </a:solidFill>
              </a:defRPr>
            </a:lvl9pPr>
          </a:lstStyle>
          <a:p>
            <a:r>
              <a:t>xx%</a:t>
            </a:r>
          </a:p>
        </p:txBody>
      </p:sp>
      <p:sp>
        <p:nvSpPr>
          <p:cNvPr id="66" name="Google Shape;66;g1e5b3c3f154_0_468"/>
          <p:cNvSpPr txBox="1"/>
          <p:nvPr>
            <p:ph idx="1" type="body"/>
          </p:nvPr>
        </p:nvSpPr>
        <p:spPr>
          <a:xfrm>
            <a:off x="415600" y="2828567"/>
            <a:ext cx="7113300" cy="1256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Clr>
                <a:schemeClr val="accent2"/>
              </a:buClr>
              <a:buSzPts val="1700"/>
              <a:buChar char="●"/>
              <a:defRPr>
                <a:solidFill>
                  <a:schemeClr val="accent2"/>
                </a:solidFill>
              </a:defRPr>
            </a:lvl1pPr>
            <a:lvl2pPr indent="-323850" lvl="1" marL="914400" algn="l">
              <a:lnSpc>
                <a:spcPct val="115000"/>
              </a:lnSpc>
              <a:spcBef>
                <a:spcPts val="0"/>
              </a:spcBef>
              <a:spcAft>
                <a:spcPts val="0"/>
              </a:spcAft>
              <a:buClr>
                <a:schemeClr val="accent2"/>
              </a:buClr>
              <a:buSzPts val="1500"/>
              <a:buChar char="○"/>
              <a:defRPr>
                <a:solidFill>
                  <a:schemeClr val="accent2"/>
                </a:solidFill>
              </a:defRPr>
            </a:lvl2pPr>
            <a:lvl3pPr indent="-323850" lvl="2" marL="1371600" algn="l">
              <a:lnSpc>
                <a:spcPct val="115000"/>
              </a:lnSpc>
              <a:spcBef>
                <a:spcPts val="0"/>
              </a:spcBef>
              <a:spcAft>
                <a:spcPts val="0"/>
              </a:spcAft>
              <a:buClr>
                <a:schemeClr val="accent2"/>
              </a:buClr>
              <a:buSzPts val="1500"/>
              <a:buChar char="■"/>
              <a:defRPr>
                <a:solidFill>
                  <a:schemeClr val="accent2"/>
                </a:solidFill>
              </a:defRPr>
            </a:lvl3pPr>
            <a:lvl4pPr indent="-323850" lvl="3" marL="1828800" algn="l">
              <a:lnSpc>
                <a:spcPct val="115000"/>
              </a:lnSpc>
              <a:spcBef>
                <a:spcPts val="0"/>
              </a:spcBef>
              <a:spcAft>
                <a:spcPts val="0"/>
              </a:spcAft>
              <a:buClr>
                <a:schemeClr val="accent2"/>
              </a:buClr>
              <a:buSzPts val="1500"/>
              <a:buChar char="●"/>
              <a:defRPr>
                <a:solidFill>
                  <a:schemeClr val="accent2"/>
                </a:solidFill>
              </a:defRPr>
            </a:lvl4pPr>
            <a:lvl5pPr indent="-323850" lvl="4" marL="2286000" algn="l">
              <a:lnSpc>
                <a:spcPct val="115000"/>
              </a:lnSpc>
              <a:spcBef>
                <a:spcPts val="0"/>
              </a:spcBef>
              <a:spcAft>
                <a:spcPts val="0"/>
              </a:spcAft>
              <a:buClr>
                <a:schemeClr val="accent2"/>
              </a:buClr>
              <a:buSzPts val="1500"/>
              <a:buChar char="○"/>
              <a:defRPr>
                <a:solidFill>
                  <a:schemeClr val="accent2"/>
                </a:solidFill>
              </a:defRPr>
            </a:lvl5pPr>
            <a:lvl6pPr indent="-323850" lvl="5" marL="2743200" algn="l">
              <a:lnSpc>
                <a:spcPct val="115000"/>
              </a:lnSpc>
              <a:spcBef>
                <a:spcPts val="0"/>
              </a:spcBef>
              <a:spcAft>
                <a:spcPts val="0"/>
              </a:spcAft>
              <a:buClr>
                <a:schemeClr val="accent2"/>
              </a:buClr>
              <a:buSzPts val="1500"/>
              <a:buChar char="■"/>
              <a:defRPr>
                <a:solidFill>
                  <a:schemeClr val="accent2"/>
                </a:solidFill>
              </a:defRPr>
            </a:lvl6pPr>
            <a:lvl7pPr indent="-323850" lvl="6" marL="3200400" algn="l">
              <a:lnSpc>
                <a:spcPct val="115000"/>
              </a:lnSpc>
              <a:spcBef>
                <a:spcPts val="0"/>
              </a:spcBef>
              <a:spcAft>
                <a:spcPts val="0"/>
              </a:spcAft>
              <a:buClr>
                <a:schemeClr val="accent2"/>
              </a:buClr>
              <a:buSzPts val="1500"/>
              <a:buChar char="●"/>
              <a:defRPr>
                <a:solidFill>
                  <a:schemeClr val="accent2"/>
                </a:solidFill>
              </a:defRPr>
            </a:lvl7pPr>
            <a:lvl8pPr indent="-323850" lvl="7" marL="3657600" algn="l">
              <a:lnSpc>
                <a:spcPct val="115000"/>
              </a:lnSpc>
              <a:spcBef>
                <a:spcPts val="0"/>
              </a:spcBef>
              <a:spcAft>
                <a:spcPts val="0"/>
              </a:spcAft>
              <a:buClr>
                <a:schemeClr val="accent2"/>
              </a:buClr>
              <a:buSzPts val="1500"/>
              <a:buChar char="○"/>
              <a:defRPr>
                <a:solidFill>
                  <a:schemeClr val="accent2"/>
                </a:solidFill>
              </a:defRPr>
            </a:lvl8pPr>
            <a:lvl9pPr indent="-323850" lvl="8" marL="4114800" algn="l">
              <a:lnSpc>
                <a:spcPct val="115000"/>
              </a:lnSpc>
              <a:spcBef>
                <a:spcPts val="0"/>
              </a:spcBef>
              <a:spcAft>
                <a:spcPts val="0"/>
              </a:spcAft>
              <a:buClr>
                <a:schemeClr val="accent2"/>
              </a:buClr>
              <a:buSzPts val="1500"/>
              <a:buChar char="■"/>
              <a:defRPr>
                <a:solidFill>
                  <a:schemeClr val="accent2"/>
                </a:solidFill>
              </a:defRPr>
            </a:lvl9pPr>
          </a:lstStyle>
          <a:p/>
        </p:txBody>
      </p:sp>
      <p:sp>
        <p:nvSpPr>
          <p:cNvPr id="67" name="Google Shape;67;g1e5b3c3f154_0_46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g1e5b3c3f154_0_47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 name="Shape 9"/>
        <p:cNvGrpSpPr/>
        <p:nvPr/>
      </p:nvGrpSpPr>
      <p:grpSpPr>
        <a:xfrm>
          <a:off x="0" y="0"/>
          <a:ext cx="0" cy="0"/>
          <a:chOff x="0" y="0"/>
          <a:chExt cx="0" cy="0"/>
        </a:xfrm>
      </p:grpSpPr>
      <p:sp>
        <p:nvSpPr>
          <p:cNvPr id="10" name="Google Shape;10;g1e5b3c3f154_0_41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9pPr>
          </a:lstStyle>
          <a:p/>
        </p:txBody>
      </p:sp>
      <p:sp>
        <p:nvSpPr>
          <p:cNvPr id="11" name="Google Shape;11;g1e5b3c3f154_0_41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marR="0" rtl="0" algn="l">
              <a:lnSpc>
                <a:spcPct val="115000"/>
              </a:lnSpc>
              <a:spcBef>
                <a:spcPts val="0"/>
              </a:spcBef>
              <a:spcAft>
                <a:spcPts val="0"/>
              </a:spcAft>
              <a:buClr>
                <a:schemeClr val="dk2"/>
              </a:buClr>
              <a:buSzPts val="1700"/>
              <a:buFont typeface="Roboto"/>
              <a:buChar char="●"/>
              <a:defRPr b="0" i="0" sz="1700" u="none" cap="none" strike="noStrike">
                <a:solidFill>
                  <a:schemeClr val="dk2"/>
                </a:solidFill>
                <a:latin typeface="Roboto"/>
                <a:ea typeface="Roboto"/>
                <a:cs typeface="Roboto"/>
                <a:sym typeface="Roboto"/>
              </a:defRPr>
            </a:lvl1pPr>
            <a:lvl2pPr indent="-323850" lvl="1" marL="9144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2pPr>
            <a:lvl3pPr indent="-323850" lvl="2" marL="13716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3pPr>
            <a:lvl4pPr indent="-323850" lvl="3" marL="18288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4pPr>
            <a:lvl5pPr indent="-323850" lvl="4" marL="22860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5pPr>
            <a:lvl6pPr indent="-323850" lvl="5" marL="27432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6pPr>
            <a:lvl7pPr indent="-323850" lvl="6" marL="32004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7pPr>
            <a:lvl8pPr indent="-323850" lvl="7" marL="36576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8pPr>
            <a:lvl9pPr indent="-323850" lvl="8" marL="41148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9pPr>
          </a:lstStyle>
          <a:p/>
        </p:txBody>
      </p:sp>
      <p:sp>
        <p:nvSpPr>
          <p:cNvPr id="12" name="Google Shape;12;g1e5b3c3f154_0_41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g1e5b3c3f154_0_189"/>
          <p:cNvSpPr txBox="1"/>
          <p:nvPr/>
        </p:nvSpPr>
        <p:spPr>
          <a:xfrm>
            <a:off x="108151" y="5088650"/>
            <a:ext cx="9714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pt-BR" sz="2400" u="sng" cap="none" strike="noStrike">
                <a:solidFill>
                  <a:srgbClr val="31394D"/>
                </a:solidFill>
                <a:latin typeface="Calibri"/>
                <a:ea typeface="Calibri"/>
                <a:cs typeface="Calibri"/>
                <a:sym typeface="Calibri"/>
              </a:rPr>
              <a:t>Prof. Dr. Rodrigo Bonacin</a:t>
            </a:r>
            <a:endParaRPr b="1" i="0" sz="2400" u="sng" cap="none" strike="noStrike">
              <a:solidFill>
                <a:srgbClr val="3139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pt-BR" sz="2400" u="none" cap="none" strike="noStrike">
                <a:solidFill>
                  <a:srgbClr val="31394D"/>
                </a:solidFill>
                <a:latin typeface="Calibri"/>
                <a:ea typeface="Calibri"/>
                <a:cs typeface="Calibri"/>
                <a:sym typeface="Calibri"/>
              </a:rPr>
              <a:t>rbonacin@unicamp.br</a:t>
            </a:r>
            <a:endParaRPr b="0" i="0" sz="1800" u="none" cap="none" strike="noStrike">
              <a:solidFill>
                <a:schemeClr val="lt1"/>
              </a:solidFill>
              <a:latin typeface="Calibri"/>
              <a:ea typeface="Calibri"/>
              <a:cs typeface="Calibri"/>
              <a:sym typeface="Calibri"/>
            </a:endParaRPr>
          </a:p>
        </p:txBody>
      </p:sp>
      <p:sp>
        <p:nvSpPr>
          <p:cNvPr id="75" name="Google Shape;75;g1e5b3c3f154_0_189"/>
          <p:cNvSpPr txBox="1"/>
          <p:nvPr>
            <p:ph type="title"/>
          </p:nvPr>
        </p:nvSpPr>
        <p:spPr>
          <a:xfrm>
            <a:off x="108150" y="3100700"/>
            <a:ext cx="11975700" cy="1859700"/>
          </a:xfrm>
          <a:prstGeom prst="rect">
            <a:avLst/>
          </a:prstGeom>
          <a:noFill/>
          <a:ln>
            <a:noFill/>
          </a:ln>
        </p:spPr>
        <p:txBody>
          <a:bodyPr anchorCtr="0" anchor="b"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pt-BR" sz="4000">
                <a:solidFill>
                  <a:schemeClr val="dk1"/>
                </a:solidFill>
                <a:latin typeface="Arial"/>
                <a:ea typeface="Arial"/>
                <a:cs typeface="Arial"/>
                <a:sym typeface="Arial"/>
              </a:rPr>
              <a:t>Conceitos de Pré-treinamento e Ajustes Finos</a:t>
            </a:r>
            <a:endParaRPr sz="4000"/>
          </a:p>
        </p:txBody>
      </p:sp>
      <p:pic>
        <p:nvPicPr>
          <p:cNvPr id="76" name="Google Shape;76;g1e5b3c3f154_0_189"/>
          <p:cNvPicPr preferRelativeResize="0"/>
          <p:nvPr/>
        </p:nvPicPr>
        <p:blipFill rotWithShape="1">
          <a:blip r:embed="rId3">
            <a:alphaModFix/>
          </a:blip>
          <a:srcRect b="0" l="0" r="0" t="0"/>
          <a:stretch/>
        </p:blipFill>
        <p:spPr>
          <a:xfrm>
            <a:off x="418675" y="270775"/>
            <a:ext cx="977781" cy="1108198"/>
          </a:xfrm>
          <a:prstGeom prst="rect">
            <a:avLst/>
          </a:prstGeom>
          <a:noFill/>
          <a:ln>
            <a:noFill/>
          </a:ln>
        </p:spPr>
      </p:pic>
      <p:pic>
        <p:nvPicPr>
          <p:cNvPr id="77" name="Google Shape;77;g1e5b3c3f154_0_189" title="logo-ic-unicamp-slant-line-wht-sky-ora-0480.png"/>
          <p:cNvPicPr preferRelativeResize="0"/>
          <p:nvPr/>
        </p:nvPicPr>
        <p:blipFill rotWithShape="1">
          <a:blip r:embed="rId4">
            <a:alphaModFix/>
          </a:blip>
          <a:srcRect b="0" l="0" r="0" t="0"/>
          <a:stretch/>
        </p:blipFill>
        <p:spPr>
          <a:xfrm>
            <a:off x="1521950" y="194775"/>
            <a:ext cx="1471758" cy="1260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d3eb54f4a2_0_14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Ajustando os Modelos de Geração</a:t>
            </a:r>
            <a:endParaRPr/>
          </a:p>
        </p:txBody>
      </p:sp>
      <p:sp>
        <p:nvSpPr>
          <p:cNvPr id="84" name="Google Shape;84;g3d3eb54f4a2_0_14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85" name="Google Shape;85;g3d3eb54f4a2_0_145"/>
          <p:cNvPicPr preferRelativeResize="0"/>
          <p:nvPr/>
        </p:nvPicPr>
        <p:blipFill>
          <a:blip r:embed="rId3">
            <a:alphaModFix/>
          </a:blip>
          <a:stretch>
            <a:fillRect/>
          </a:stretch>
        </p:blipFill>
        <p:spPr>
          <a:xfrm>
            <a:off x="1356988" y="1688625"/>
            <a:ext cx="9477965" cy="5169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d7450d90cf_0_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Ajustando os Modelos de Geração</a:t>
            </a:r>
            <a:endParaRPr/>
          </a:p>
        </p:txBody>
      </p:sp>
      <p:sp>
        <p:nvSpPr>
          <p:cNvPr id="92" name="Google Shape;92;g3d7450d90cf_0_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93" name="Google Shape;93;g3d7450d90cf_0_4"/>
          <p:cNvSpPr txBox="1"/>
          <p:nvPr/>
        </p:nvSpPr>
        <p:spPr>
          <a:xfrm>
            <a:off x="347525" y="1997550"/>
            <a:ext cx="11428800" cy="34170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Três etapas principais para </a:t>
            </a:r>
            <a:r>
              <a:rPr lang="pt-BR" sz="2700">
                <a:solidFill>
                  <a:schemeClr val="dk1"/>
                </a:solidFill>
                <a:latin typeface="Roboto"/>
                <a:ea typeface="Roboto"/>
                <a:cs typeface="Roboto"/>
                <a:sym typeface="Roboto"/>
              </a:rPr>
              <a:t>transformá</a:t>
            </a:r>
            <a:r>
              <a:rPr lang="pt-BR" sz="2700">
                <a:solidFill>
                  <a:schemeClr val="dk1"/>
                </a:solidFill>
                <a:latin typeface="Roboto"/>
                <a:ea typeface="Roboto"/>
                <a:cs typeface="Roboto"/>
                <a:sym typeface="Roboto"/>
              </a:rPr>
              <a:t>-lo em um agente especializado </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Pré-treinamento</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Ajuste Fino Supervisionado (SFT)</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Ajuste de Preferências </a:t>
            </a:r>
            <a:endParaRPr sz="2700">
              <a:solidFill>
                <a:schemeClr val="dk1"/>
              </a:solidFill>
              <a:latin typeface="Roboto"/>
              <a:ea typeface="Roboto"/>
              <a:cs typeface="Roboto"/>
              <a:sym typeface="Roboto"/>
            </a:endParaRPr>
          </a:p>
          <a:p>
            <a:pPr indent="0" lvl="0" marL="1371600" marR="0" rtl="0" algn="l">
              <a:lnSpc>
                <a:spcPct val="100000"/>
              </a:lnSpc>
              <a:spcBef>
                <a:spcPts val="0"/>
              </a:spcBef>
              <a:spcAft>
                <a:spcPts val="0"/>
              </a:spcAft>
              <a:buNone/>
            </a:pPr>
            <a:r>
              <a:t/>
            </a:r>
            <a:endParaRPr sz="2700">
              <a:solidFill>
                <a:schemeClr val="dk1"/>
              </a:solidFill>
              <a:latin typeface="Roboto"/>
              <a:ea typeface="Roboto"/>
              <a:cs typeface="Roboto"/>
              <a:sym typeface="Roboto"/>
            </a:endParaRPr>
          </a:p>
          <a:p>
            <a:pPr indent="0" lvl="0" marL="0" marR="0" rtl="0" algn="ctr">
              <a:lnSpc>
                <a:spcPct val="100000"/>
              </a:lnSpc>
              <a:spcBef>
                <a:spcPts val="0"/>
              </a:spcBef>
              <a:spcAft>
                <a:spcPts val="0"/>
              </a:spcAft>
              <a:buNone/>
            </a:pPr>
            <a:r>
              <a:rPr lang="pt-BR" sz="2700">
                <a:solidFill>
                  <a:schemeClr val="dk1"/>
                </a:solidFill>
                <a:latin typeface="Roboto"/>
                <a:ea typeface="Roboto"/>
                <a:cs typeface="Roboto"/>
                <a:sym typeface="Roboto"/>
              </a:rPr>
              <a:t>Cada etapa se baseia na anterior, refinando as capacidades do modelo e alinhando seu comportamento</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d7450d90cf_0_1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Pré-treinamento</a:t>
            </a:r>
            <a:endParaRPr/>
          </a:p>
        </p:txBody>
      </p:sp>
      <p:sp>
        <p:nvSpPr>
          <p:cNvPr id="100" name="Google Shape;100;g3d7450d90cf_0_1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01" name="Google Shape;101;g3d7450d90cf_0_13"/>
          <p:cNvSpPr txBox="1"/>
          <p:nvPr/>
        </p:nvSpPr>
        <p:spPr>
          <a:xfrm>
            <a:off x="347525" y="1997550"/>
            <a:ext cx="11428800" cy="42483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objetivo é fornecer ao modelo uma vasta base de conhecimento geral</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Envolve alimentar o modelo com um conjunto de dados massivo e não rotulado de textos da internet, livros e artigos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modelo simplesmente aprende a prever o próximo </a:t>
            </a:r>
            <a:r>
              <a:rPr i="1" lang="pt-BR" sz="2700">
                <a:solidFill>
                  <a:schemeClr val="dk1"/>
                </a:solidFill>
                <a:latin typeface="Roboto"/>
                <a:ea typeface="Roboto"/>
                <a:cs typeface="Roboto"/>
                <a:sym typeface="Roboto"/>
              </a:rPr>
              <a:t>token </a:t>
            </a:r>
            <a:r>
              <a:rPr lang="pt-BR" sz="2700">
                <a:solidFill>
                  <a:schemeClr val="dk1"/>
                </a:solidFill>
                <a:latin typeface="Roboto"/>
                <a:ea typeface="Roboto"/>
                <a:cs typeface="Roboto"/>
                <a:sym typeface="Roboto"/>
              </a:rPr>
              <a:t>(palavra) em uma sequência</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Depois disso, ele pode continuar a leitura do texto e recitar informações</a:t>
            </a:r>
            <a:endParaRPr sz="2700">
              <a:solidFill>
                <a:schemeClr val="dk1"/>
              </a:solidFill>
              <a:latin typeface="Roboto"/>
              <a:ea typeface="Roboto"/>
              <a:cs typeface="Roboto"/>
              <a:sym typeface="Roboto"/>
            </a:endParaRPr>
          </a:p>
          <a:p>
            <a:pPr indent="-400050" lvl="3" marL="1828800" marR="0" rtl="0" algn="l">
              <a:lnSpc>
                <a:spcPct val="100000"/>
              </a:lnSpc>
              <a:spcBef>
                <a:spcPts val="0"/>
              </a:spcBef>
              <a:spcAft>
                <a:spcPts val="0"/>
              </a:spcAft>
              <a:buClr>
                <a:schemeClr val="dk1"/>
              </a:buClr>
              <a:buSzPts val="2700"/>
              <a:buFont typeface="Roboto"/>
              <a:buChar char="●"/>
            </a:pPr>
            <a:r>
              <a:rPr lang="pt-BR" sz="2000">
                <a:solidFill>
                  <a:schemeClr val="dk1"/>
                </a:solidFill>
                <a:latin typeface="Roboto"/>
                <a:ea typeface="Roboto"/>
                <a:cs typeface="Roboto"/>
                <a:sym typeface="Roboto"/>
              </a:rPr>
              <a:t>Não consegue seguir instruções nem atuar como um agente assistente. Isso resulta em um "Modelo Base".</a:t>
            </a:r>
            <a:r>
              <a:rPr lang="pt-BR" sz="2700">
                <a:solidFill>
                  <a:schemeClr val="dk1"/>
                </a:solidFill>
                <a:latin typeface="Roboto"/>
                <a:ea typeface="Roboto"/>
                <a:cs typeface="Roboto"/>
                <a:sym typeface="Roboto"/>
              </a:rPr>
              <a:t> </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d7450d90cf_0_37"/>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Pré-treinamento</a:t>
            </a:r>
            <a:endParaRPr/>
          </a:p>
        </p:txBody>
      </p:sp>
      <p:sp>
        <p:nvSpPr>
          <p:cNvPr id="108" name="Google Shape;108;g3d7450d90cf_0_3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09" name="Google Shape;109;g3d7450d90cf_0_37"/>
          <p:cNvPicPr preferRelativeResize="0"/>
          <p:nvPr/>
        </p:nvPicPr>
        <p:blipFill rotWithShape="1">
          <a:blip r:embed="rId3">
            <a:alphaModFix/>
          </a:blip>
          <a:srcRect b="0" l="0" r="0" t="0"/>
          <a:stretch/>
        </p:blipFill>
        <p:spPr>
          <a:xfrm>
            <a:off x="10416217" y="36526"/>
            <a:ext cx="1489176" cy="1997550"/>
          </a:xfrm>
          <a:prstGeom prst="rect">
            <a:avLst/>
          </a:prstGeom>
          <a:noFill/>
          <a:ln>
            <a:noFill/>
          </a:ln>
        </p:spPr>
      </p:pic>
      <p:sp>
        <p:nvSpPr>
          <p:cNvPr id="110" name="Google Shape;110;g3d7450d90cf_0_37"/>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pic>
        <p:nvPicPr>
          <p:cNvPr id="111" name="Google Shape;111;g3d7450d90cf_0_37"/>
          <p:cNvPicPr preferRelativeResize="0"/>
          <p:nvPr/>
        </p:nvPicPr>
        <p:blipFill>
          <a:blip r:embed="rId4">
            <a:alphaModFix/>
          </a:blip>
          <a:stretch>
            <a:fillRect/>
          </a:stretch>
        </p:blipFill>
        <p:spPr>
          <a:xfrm>
            <a:off x="1920450" y="3645025"/>
            <a:ext cx="7717325" cy="1659225"/>
          </a:xfrm>
          <a:prstGeom prst="rect">
            <a:avLst/>
          </a:prstGeom>
          <a:noFill/>
          <a:ln>
            <a:noFill/>
          </a:ln>
        </p:spPr>
      </p:pic>
      <p:sp>
        <p:nvSpPr>
          <p:cNvPr id="112" name="Google Shape;112;g3d7450d90cf_0_37"/>
          <p:cNvSpPr txBox="1"/>
          <p:nvPr/>
        </p:nvSpPr>
        <p:spPr>
          <a:xfrm>
            <a:off x="347525" y="1997550"/>
            <a:ext cx="11428800" cy="9234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Durante a modelagem de linguagem, o LLM busca prever o próximo token com base na entrada</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d7450d90cf_0_2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Ajuste Fino Supervisionado (SFT)</a:t>
            </a:r>
            <a:endParaRPr/>
          </a:p>
        </p:txBody>
      </p:sp>
      <p:sp>
        <p:nvSpPr>
          <p:cNvPr id="119" name="Google Shape;119;g3d7450d90cf_0_2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20" name="Google Shape;120;g3d7450d90cf_0_21"/>
          <p:cNvSpPr txBox="1"/>
          <p:nvPr/>
        </p:nvSpPr>
        <p:spPr>
          <a:xfrm>
            <a:off x="347525" y="1997550"/>
            <a:ext cx="11428800" cy="30015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Transforma o modelo generalista em um agente assistente capaz de seguir instruções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Um conjunto de dados menor e de maior qualidade é utilizado, consistindo em pares de pergunta e resposta, ex:</a:t>
            </a:r>
            <a:endParaRPr sz="2700">
              <a:solidFill>
                <a:schemeClr val="dk1"/>
              </a:solidFill>
              <a:latin typeface="Roboto"/>
              <a:ea typeface="Roboto"/>
              <a:cs typeface="Roboto"/>
              <a:sym typeface="Roboto"/>
            </a:endParaRPr>
          </a:p>
          <a:p>
            <a:pPr indent="-400050" lvl="3" marL="1828800" marR="0" rtl="0" algn="l">
              <a:lnSpc>
                <a:spcPct val="100000"/>
              </a:lnSpc>
              <a:spcBef>
                <a:spcPts val="0"/>
              </a:spcBef>
              <a:spcAft>
                <a:spcPts val="0"/>
              </a:spcAft>
              <a:buClr>
                <a:schemeClr val="dk1"/>
              </a:buClr>
              <a:buSzPts val="2700"/>
              <a:buFont typeface="Roboto"/>
              <a:buChar char="●"/>
            </a:pPr>
            <a:r>
              <a:rPr lang="pt-BR" sz="2000">
                <a:solidFill>
                  <a:schemeClr val="dk1"/>
                </a:solidFill>
                <a:latin typeface="Roboto"/>
                <a:ea typeface="Roboto"/>
                <a:cs typeface="Roboto"/>
                <a:sym typeface="Roboto"/>
              </a:rPr>
              <a:t>("Qual é a capital da França?" -&gt; "A capital da França é Paris.")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modelo é treinado para gerar a resposta "correta" fornecida. </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Este é um "Modelo de Instrução"</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7450d90cf_0_29"/>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Ajuste de Preferências</a:t>
            </a:r>
            <a:endParaRPr/>
          </a:p>
        </p:txBody>
      </p:sp>
      <p:sp>
        <p:nvSpPr>
          <p:cNvPr id="127" name="Google Shape;127;g3d7450d90cf_0_2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28" name="Google Shape;128;g3d7450d90cf_0_29"/>
          <p:cNvSpPr txBox="1"/>
          <p:nvPr/>
        </p:nvSpPr>
        <p:spPr>
          <a:xfrm>
            <a:off x="347525" y="1997550"/>
            <a:ext cx="11428800" cy="38172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Visa produzir modelos úteis, inofensivos e alinhado com os valores humanos em todos os cenários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ajuste de preferências utiliza o </a:t>
            </a:r>
            <a:r>
              <a:rPr i="1" lang="pt-BR" sz="2700">
                <a:solidFill>
                  <a:schemeClr val="dk1"/>
                </a:solidFill>
                <a:latin typeface="Roboto"/>
                <a:ea typeface="Roboto"/>
                <a:cs typeface="Roboto"/>
                <a:sym typeface="Roboto"/>
              </a:rPr>
              <a:t>feedback</a:t>
            </a:r>
            <a:r>
              <a:rPr lang="pt-BR" sz="2700">
                <a:solidFill>
                  <a:schemeClr val="dk1"/>
                </a:solidFill>
                <a:latin typeface="Roboto"/>
                <a:ea typeface="Roboto"/>
                <a:cs typeface="Roboto"/>
                <a:sym typeface="Roboto"/>
              </a:rPr>
              <a:t> humano para refinar ainda mais o modelo</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Múltiplas saídas do modelo SFT são geradas e os humanos as classificam com base em critérios como utilidade e segurança </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O modelo é então treinado com esses dados de preferência (frequentemente usando Aprendizado por Reforço ou Otimização Direta de Preferência) para priorizar as saídas que se alinham com as preferências humanas</a:t>
            </a:r>
            <a:endParaRPr sz="20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Isso resulta no "Modelo Ajustado" final, pronto para produção</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d7450d90cf_0_5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Ajustando os Modelos de Geração</a:t>
            </a:r>
            <a:endParaRPr/>
          </a:p>
        </p:txBody>
      </p:sp>
      <p:sp>
        <p:nvSpPr>
          <p:cNvPr id="135" name="Google Shape;135;g3d7450d90cf_0_5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36" name="Google Shape;136;g3d7450d90cf_0_50"/>
          <p:cNvPicPr preferRelativeResize="0"/>
          <p:nvPr/>
        </p:nvPicPr>
        <p:blipFill rotWithShape="1">
          <a:blip r:embed="rId3">
            <a:alphaModFix/>
          </a:blip>
          <a:srcRect b="0" l="0" r="0" t="0"/>
          <a:stretch/>
        </p:blipFill>
        <p:spPr>
          <a:xfrm>
            <a:off x="10416217" y="36526"/>
            <a:ext cx="1489176" cy="1997550"/>
          </a:xfrm>
          <a:prstGeom prst="rect">
            <a:avLst/>
          </a:prstGeom>
          <a:noFill/>
          <a:ln>
            <a:noFill/>
          </a:ln>
        </p:spPr>
      </p:pic>
      <p:sp>
        <p:nvSpPr>
          <p:cNvPr id="137" name="Google Shape;137;g3d7450d90cf_0_50"/>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pic>
        <p:nvPicPr>
          <p:cNvPr id="138" name="Google Shape;138;g3d7450d90cf_0_50"/>
          <p:cNvPicPr preferRelativeResize="0"/>
          <p:nvPr/>
        </p:nvPicPr>
        <p:blipFill>
          <a:blip r:embed="rId4">
            <a:alphaModFix/>
          </a:blip>
          <a:stretch>
            <a:fillRect/>
          </a:stretch>
        </p:blipFill>
        <p:spPr>
          <a:xfrm>
            <a:off x="816750" y="3109225"/>
            <a:ext cx="10157034" cy="1997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d7450d90cf_0_6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Ajuste fino supervisionado (SFT)</a:t>
            </a:r>
            <a:endParaRPr/>
          </a:p>
        </p:txBody>
      </p:sp>
      <p:sp>
        <p:nvSpPr>
          <p:cNvPr id="145" name="Google Shape;145;g3d7450d90cf_0_6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46" name="Google Shape;146;g3d7450d90cf_0_60"/>
          <p:cNvPicPr preferRelativeResize="0"/>
          <p:nvPr/>
        </p:nvPicPr>
        <p:blipFill>
          <a:blip r:embed="rId3">
            <a:alphaModFix/>
          </a:blip>
          <a:stretch>
            <a:fillRect/>
          </a:stretch>
        </p:blipFill>
        <p:spPr>
          <a:xfrm>
            <a:off x="2735913" y="3197900"/>
            <a:ext cx="6652024" cy="3447975"/>
          </a:xfrm>
          <a:prstGeom prst="rect">
            <a:avLst/>
          </a:prstGeom>
          <a:noFill/>
          <a:ln>
            <a:noFill/>
          </a:ln>
        </p:spPr>
      </p:pic>
      <p:pic>
        <p:nvPicPr>
          <p:cNvPr id="147" name="Google Shape;147;g3d7450d90cf_0_60"/>
          <p:cNvPicPr preferRelativeResize="0"/>
          <p:nvPr/>
        </p:nvPicPr>
        <p:blipFill rotWithShape="1">
          <a:blip r:embed="rId4">
            <a:alphaModFix/>
          </a:blip>
          <a:srcRect b="0" l="0" r="0" t="0"/>
          <a:stretch/>
        </p:blipFill>
        <p:spPr>
          <a:xfrm>
            <a:off x="10416217" y="36526"/>
            <a:ext cx="1489176" cy="1997550"/>
          </a:xfrm>
          <a:prstGeom prst="rect">
            <a:avLst/>
          </a:prstGeom>
          <a:noFill/>
          <a:ln>
            <a:noFill/>
          </a:ln>
        </p:spPr>
      </p:pic>
      <p:sp>
        <p:nvSpPr>
          <p:cNvPr id="148" name="Google Shape;148;g3d7450d90cf_0_60"/>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sp>
        <p:nvSpPr>
          <p:cNvPr id="149" name="Google Shape;149;g3d7450d90cf_0_60"/>
          <p:cNvSpPr txBox="1"/>
          <p:nvPr/>
        </p:nvSpPr>
        <p:spPr>
          <a:xfrm>
            <a:off x="347525" y="1997550"/>
            <a:ext cx="11428800" cy="9234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ajuste fino completo utiliza um conjunto de dados menor, porém rotulado</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d7450d90cf_0_7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Ajuste fino supervisionado (SFT)</a:t>
            </a:r>
            <a:endParaRPr/>
          </a:p>
        </p:txBody>
      </p:sp>
      <p:sp>
        <p:nvSpPr>
          <p:cNvPr id="156" name="Google Shape;156;g3d7450d90cf_0_7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57" name="Google Shape;157;g3d7450d90cf_0_71"/>
          <p:cNvPicPr preferRelativeResize="0"/>
          <p:nvPr/>
        </p:nvPicPr>
        <p:blipFill rotWithShape="1">
          <a:blip r:embed="rId3">
            <a:alphaModFix/>
          </a:blip>
          <a:srcRect b="0" l="0" r="0" t="0"/>
          <a:stretch/>
        </p:blipFill>
        <p:spPr>
          <a:xfrm>
            <a:off x="10416217" y="36526"/>
            <a:ext cx="1489176" cy="1997550"/>
          </a:xfrm>
          <a:prstGeom prst="rect">
            <a:avLst/>
          </a:prstGeom>
          <a:noFill/>
          <a:ln>
            <a:noFill/>
          </a:ln>
        </p:spPr>
      </p:pic>
      <p:sp>
        <p:nvSpPr>
          <p:cNvPr id="158" name="Google Shape;158;g3d7450d90cf_0_71"/>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pic>
        <p:nvPicPr>
          <p:cNvPr id="159" name="Google Shape;159;g3d7450d90cf_0_71"/>
          <p:cNvPicPr preferRelativeResize="0"/>
          <p:nvPr/>
        </p:nvPicPr>
        <p:blipFill>
          <a:blip r:embed="rId4">
            <a:alphaModFix/>
          </a:blip>
          <a:stretch>
            <a:fillRect/>
          </a:stretch>
        </p:blipFill>
        <p:spPr>
          <a:xfrm>
            <a:off x="3255037" y="2778475"/>
            <a:ext cx="5681925" cy="4015225"/>
          </a:xfrm>
          <a:prstGeom prst="rect">
            <a:avLst/>
          </a:prstGeom>
          <a:noFill/>
          <a:ln>
            <a:noFill/>
          </a:ln>
        </p:spPr>
      </p:pic>
      <p:sp>
        <p:nvSpPr>
          <p:cNvPr id="160" name="Google Shape;160;g3d7450d90cf_0_71"/>
          <p:cNvSpPr txBox="1"/>
          <p:nvPr/>
        </p:nvSpPr>
        <p:spPr>
          <a:xfrm>
            <a:off x="347525" y="1997550"/>
            <a:ext cx="11428800" cy="9234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Instruções fornecidas por um usuário e suas respectivas respostas. As instruções podem conter diversas tarefas diferentes</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d7450d90cf_0_8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Parameter-Efficient Fine-Tuning (PEFT)</a:t>
            </a:r>
            <a:endParaRPr/>
          </a:p>
        </p:txBody>
      </p:sp>
      <p:sp>
        <p:nvSpPr>
          <p:cNvPr id="167" name="Google Shape;167;g3d7450d90cf_0_8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68" name="Google Shape;168;g3d7450d90cf_0_85"/>
          <p:cNvSpPr txBox="1"/>
          <p:nvPr/>
        </p:nvSpPr>
        <p:spPr>
          <a:xfrm>
            <a:off x="347525" y="1997550"/>
            <a:ext cx="11428800" cy="34170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No ajuste fino completo</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Q</a:t>
            </a:r>
            <a:r>
              <a:rPr lang="pt-BR" sz="2700">
                <a:solidFill>
                  <a:schemeClr val="dk1"/>
                </a:solidFill>
                <a:latin typeface="Roboto"/>
                <a:ea typeface="Roboto"/>
                <a:cs typeface="Roboto"/>
                <a:sym typeface="Roboto"/>
              </a:rPr>
              <a:t>uando você quer ensinar uma nova tarefa ao modelo (ex.: como focar em jargões médicos), você atualiza todos os bilhões de parâmetros (pesos) do modelo de uma só vez</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Isso exige supercomputadores caríssimos, quantidades massivas de memória de vídeo e muito tempo</a:t>
            </a:r>
            <a:endParaRPr sz="2700">
              <a:solidFill>
                <a:schemeClr val="dk1"/>
              </a:solidFill>
              <a:latin typeface="Roboto"/>
              <a:ea typeface="Roboto"/>
              <a:cs typeface="Roboto"/>
              <a:sym typeface="Roboto"/>
            </a:endParaRPr>
          </a:p>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Existem diferentes abordagens para resolver este problema, veremos as mais usadas</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d7450d90cf_0_97"/>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Adaptadores</a:t>
            </a:r>
            <a:endParaRPr/>
          </a:p>
        </p:txBody>
      </p:sp>
      <p:sp>
        <p:nvSpPr>
          <p:cNvPr id="175" name="Google Shape;175;g3d7450d90cf_0_9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76" name="Google Shape;176;g3d7450d90cf_0_97"/>
          <p:cNvSpPr txBox="1"/>
          <p:nvPr/>
        </p:nvSpPr>
        <p:spPr>
          <a:xfrm>
            <a:off x="347525" y="1997550"/>
            <a:ext cx="11428800" cy="25860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São um componente central de muitas técnicas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Propõe um conjunto de componentes modulares adicionais dentro do transformer que podem ser ajustados para melhorar o desempenho do modelo em uma tarefa específica sem a necessidade de ajustar todos os pesos do modelo</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Isso economiza muito tempo e poder computacional</a:t>
            </a:r>
            <a:endParaRPr sz="27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d7450d90cf_0_10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Adaptadores</a:t>
            </a:r>
            <a:endParaRPr/>
          </a:p>
        </p:txBody>
      </p:sp>
      <p:sp>
        <p:nvSpPr>
          <p:cNvPr id="183" name="Google Shape;183;g3d7450d90cf_0_10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84" name="Google Shape;184;g3d7450d90cf_0_104"/>
          <p:cNvPicPr preferRelativeResize="0"/>
          <p:nvPr/>
        </p:nvPicPr>
        <p:blipFill>
          <a:blip r:embed="rId3">
            <a:alphaModFix/>
          </a:blip>
          <a:stretch>
            <a:fillRect/>
          </a:stretch>
        </p:blipFill>
        <p:spPr>
          <a:xfrm>
            <a:off x="2852725" y="1688625"/>
            <a:ext cx="4075564" cy="5053700"/>
          </a:xfrm>
          <a:prstGeom prst="rect">
            <a:avLst/>
          </a:prstGeom>
          <a:noFill/>
          <a:ln>
            <a:noFill/>
          </a:ln>
        </p:spPr>
      </p:pic>
      <p:pic>
        <p:nvPicPr>
          <p:cNvPr id="185" name="Google Shape;185;g3d7450d90cf_0_104"/>
          <p:cNvPicPr preferRelativeResize="0"/>
          <p:nvPr/>
        </p:nvPicPr>
        <p:blipFill rotWithShape="1">
          <a:blip r:embed="rId4">
            <a:alphaModFix/>
          </a:blip>
          <a:srcRect b="0" l="0" r="0" t="0"/>
          <a:stretch/>
        </p:blipFill>
        <p:spPr>
          <a:xfrm>
            <a:off x="10416217" y="36526"/>
            <a:ext cx="1489176" cy="1997550"/>
          </a:xfrm>
          <a:prstGeom prst="rect">
            <a:avLst/>
          </a:prstGeom>
          <a:noFill/>
          <a:ln>
            <a:noFill/>
          </a:ln>
        </p:spPr>
      </p:pic>
      <p:sp>
        <p:nvSpPr>
          <p:cNvPr id="186" name="Google Shape;186;g3d7450d90cf_0_104"/>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d7450d90cf_0_11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a:t>
            </a:r>
            <a:r>
              <a:rPr lang="pt-BR"/>
              <a:t>LoRA</a:t>
            </a:r>
            <a:endParaRPr/>
          </a:p>
        </p:txBody>
      </p:sp>
      <p:sp>
        <p:nvSpPr>
          <p:cNvPr id="193" name="Google Shape;193;g3d7450d90cf_0_11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94" name="Google Shape;194;g3d7450d90cf_0_114"/>
          <p:cNvSpPr txBox="1"/>
          <p:nvPr/>
        </p:nvSpPr>
        <p:spPr>
          <a:xfrm>
            <a:off x="347525" y="1997550"/>
            <a:ext cx="11428800" cy="34170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LoRA é um truque matemático</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 Ele pega as matrizes gigantes de pesos que precisariam ser atualizadas e as aproxima usando duas matrizes muito menores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termo QLoRA (Quantized LoRA), é o mesmo conceito do LoRA, mas combinando o congelamento de pesos com a "compressão" (quantização) do modelo base para consumir ainda menos memória, permitindo treinar modelos imensos em computadores relativamente comuns</a:t>
            </a:r>
            <a:endParaRPr sz="2700">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d7450d90cf_0_12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LoRA</a:t>
            </a:r>
            <a:endParaRPr/>
          </a:p>
        </p:txBody>
      </p:sp>
      <p:sp>
        <p:nvSpPr>
          <p:cNvPr id="201" name="Google Shape;201;g3d7450d90cf_0_12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02" name="Google Shape;202;g3d7450d90cf_0_123"/>
          <p:cNvSpPr txBox="1"/>
          <p:nvPr/>
        </p:nvSpPr>
        <p:spPr>
          <a:xfrm>
            <a:off x="347525" y="1997550"/>
            <a:ext cx="11428800" cy="9234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LoRA requer apenas o ajuste fino de um pequeno conjunto de parâmetros que podem ser mantidos separadamente do LLM base</a:t>
            </a:r>
            <a:endParaRPr sz="2700">
              <a:solidFill>
                <a:schemeClr val="dk1"/>
              </a:solidFill>
              <a:latin typeface="Roboto"/>
              <a:ea typeface="Roboto"/>
              <a:cs typeface="Roboto"/>
              <a:sym typeface="Roboto"/>
            </a:endParaRPr>
          </a:p>
        </p:txBody>
      </p:sp>
      <p:pic>
        <p:nvPicPr>
          <p:cNvPr id="203" name="Google Shape;203;g3d7450d90cf_0_123"/>
          <p:cNvPicPr preferRelativeResize="0"/>
          <p:nvPr/>
        </p:nvPicPr>
        <p:blipFill rotWithShape="1">
          <a:blip r:embed="rId3">
            <a:alphaModFix/>
          </a:blip>
          <a:srcRect b="0" l="0" r="0" t="0"/>
          <a:stretch/>
        </p:blipFill>
        <p:spPr>
          <a:xfrm>
            <a:off x="10416217" y="36526"/>
            <a:ext cx="1489176" cy="1997550"/>
          </a:xfrm>
          <a:prstGeom prst="rect">
            <a:avLst/>
          </a:prstGeom>
          <a:noFill/>
          <a:ln>
            <a:noFill/>
          </a:ln>
        </p:spPr>
      </p:pic>
      <p:sp>
        <p:nvSpPr>
          <p:cNvPr id="204" name="Google Shape;204;g3d7450d90cf_0_123"/>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pic>
        <p:nvPicPr>
          <p:cNvPr id="205" name="Google Shape;205;g3d7450d90cf_0_123"/>
          <p:cNvPicPr preferRelativeResize="0"/>
          <p:nvPr/>
        </p:nvPicPr>
        <p:blipFill>
          <a:blip r:embed="rId4">
            <a:alphaModFix/>
          </a:blip>
          <a:stretch>
            <a:fillRect/>
          </a:stretch>
        </p:blipFill>
        <p:spPr>
          <a:xfrm>
            <a:off x="1874325" y="3035775"/>
            <a:ext cx="7669976" cy="3822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d7450d90cf_0_13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LoRA</a:t>
            </a:r>
            <a:endParaRPr/>
          </a:p>
        </p:txBody>
      </p:sp>
      <p:sp>
        <p:nvSpPr>
          <p:cNvPr id="212" name="Google Shape;212;g3d7450d90cf_0_13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13" name="Google Shape;213;g3d7450d90cf_0_134"/>
          <p:cNvSpPr txBox="1"/>
          <p:nvPr/>
        </p:nvSpPr>
        <p:spPr>
          <a:xfrm>
            <a:off x="347525" y="1997550"/>
            <a:ext cx="11428800" cy="37095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Criamos esse subconjunto de parâmetros aproximando as grandes matrizes que acompanham o LLM original por matrizes menores. </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Podemos então usar essas matrizes menores como substitutas e ajustá-las em vez das grandes matrizes originais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Congela a matriz de pesos original do modelo</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Em seguida, ele injeta no modelo duas matrizes muito menores para representar a atualização</a:t>
            </a:r>
            <a:endParaRPr sz="20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Ele faz isso usando um parâmetro chamado Rank (</a:t>
            </a:r>
            <a:r>
              <a:rPr i="1" lang="pt-BR" sz="2000">
                <a:solidFill>
                  <a:schemeClr val="dk1"/>
                </a:solidFill>
                <a:latin typeface="Roboto"/>
                <a:ea typeface="Roboto"/>
                <a:cs typeface="Roboto"/>
                <a:sym typeface="Roboto"/>
              </a:rPr>
              <a:t>r</a:t>
            </a:r>
            <a:r>
              <a:rPr lang="pt-BR" sz="2000">
                <a:solidFill>
                  <a:schemeClr val="dk1"/>
                </a:solidFill>
                <a:latin typeface="Roboto"/>
                <a:ea typeface="Roboto"/>
                <a:cs typeface="Roboto"/>
                <a:sym typeface="Roboto"/>
              </a:rPr>
              <a:t>), que é um número bem pequeno (geralmente entre </a:t>
            </a:r>
            <a:r>
              <a:rPr b="1" i="1" lang="pt-BR" sz="2000">
                <a:solidFill>
                  <a:schemeClr val="dk1"/>
                </a:solidFill>
                <a:latin typeface="Roboto"/>
                <a:ea typeface="Roboto"/>
                <a:cs typeface="Roboto"/>
                <a:sym typeface="Roboto"/>
              </a:rPr>
              <a:t>4</a:t>
            </a:r>
            <a:r>
              <a:rPr lang="pt-BR" sz="2000">
                <a:solidFill>
                  <a:schemeClr val="dk1"/>
                </a:solidFill>
                <a:latin typeface="Roboto"/>
                <a:ea typeface="Roboto"/>
                <a:cs typeface="Roboto"/>
                <a:sym typeface="Roboto"/>
              </a:rPr>
              <a:t> e </a:t>
            </a:r>
            <a:r>
              <a:rPr b="1" i="1" lang="pt-BR" sz="2000">
                <a:solidFill>
                  <a:schemeClr val="dk1"/>
                </a:solidFill>
                <a:latin typeface="Roboto"/>
                <a:ea typeface="Roboto"/>
                <a:cs typeface="Roboto"/>
                <a:sym typeface="Roboto"/>
              </a:rPr>
              <a:t>64</a:t>
            </a:r>
            <a:r>
              <a:rPr lang="pt-BR" sz="2000">
                <a:solidFill>
                  <a:schemeClr val="dk1"/>
                </a:solidFill>
                <a:latin typeface="Roboto"/>
                <a:ea typeface="Roboto"/>
                <a:cs typeface="Roboto"/>
                <a:sym typeface="Roboto"/>
              </a:rPr>
              <a:t>)</a:t>
            </a:r>
            <a:endParaRPr sz="20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O LoRA decompõe a atualização gigante em duas matrizes finas</a:t>
            </a:r>
            <a:endParaRPr sz="20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d7450d90cf_0_156"/>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LoRA</a:t>
            </a:r>
            <a:endParaRPr/>
          </a:p>
        </p:txBody>
      </p:sp>
      <p:sp>
        <p:nvSpPr>
          <p:cNvPr id="220" name="Google Shape;220;g3d7450d90cf_0_15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21" name="Google Shape;221;g3d7450d90cf_0_156"/>
          <p:cNvSpPr txBox="1"/>
          <p:nvPr/>
        </p:nvSpPr>
        <p:spPr>
          <a:xfrm>
            <a:off x="347525" y="1997550"/>
            <a:ext cx="11428800" cy="46332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Por exemplo </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Suponha que durante o ajuste fino completo, o modelo tenta calcular uma matriz de atualização (delta </a:t>
            </a:r>
            <a:r>
              <a:rPr i="1" lang="pt-BR" sz="2700">
                <a:solidFill>
                  <a:schemeClr val="dk1"/>
                </a:solidFill>
                <a:latin typeface="Roboto"/>
                <a:ea typeface="Roboto"/>
                <a:cs typeface="Roboto"/>
                <a:sym typeface="Roboto"/>
              </a:rPr>
              <a:t>W</a:t>
            </a:r>
            <a:r>
              <a:rPr lang="pt-BR" sz="2700">
                <a:solidFill>
                  <a:schemeClr val="dk1"/>
                </a:solidFill>
                <a:latin typeface="Roboto"/>
                <a:ea typeface="Roboto"/>
                <a:cs typeface="Roboto"/>
                <a:sym typeface="Roboto"/>
              </a:rPr>
              <a:t>) que tem o mesmo tamanho exato da matriz original.</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Se uma matriz tem </a:t>
            </a:r>
            <a:r>
              <a:rPr i="1" lang="pt-BR" sz="2000">
                <a:solidFill>
                  <a:schemeClr val="dk1"/>
                </a:solidFill>
                <a:latin typeface="Roboto"/>
                <a:ea typeface="Roboto"/>
                <a:cs typeface="Roboto"/>
                <a:sym typeface="Roboto"/>
              </a:rPr>
              <a:t>10.000</a:t>
            </a:r>
            <a:r>
              <a:rPr lang="pt-BR" sz="2000">
                <a:solidFill>
                  <a:schemeClr val="dk1"/>
                </a:solidFill>
                <a:latin typeface="Roboto"/>
                <a:ea typeface="Roboto"/>
                <a:cs typeface="Roboto"/>
                <a:sym typeface="Roboto"/>
              </a:rPr>
              <a:t> linhas e </a:t>
            </a:r>
            <a:r>
              <a:rPr i="1" lang="pt-BR" sz="2000">
                <a:solidFill>
                  <a:schemeClr val="dk1"/>
                </a:solidFill>
                <a:latin typeface="Roboto"/>
                <a:ea typeface="Roboto"/>
                <a:cs typeface="Roboto"/>
                <a:sym typeface="Roboto"/>
              </a:rPr>
              <a:t>10.000</a:t>
            </a:r>
            <a:r>
              <a:rPr lang="pt-BR" sz="2000">
                <a:solidFill>
                  <a:schemeClr val="dk1"/>
                </a:solidFill>
                <a:latin typeface="Roboto"/>
                <a:ea typeface="Roboto"/>
                <a:cs typeface="Roboto"/>
                <a:sym typeface="Roboto"/>
              </a:rPr>
              <a:t> colunas, o modelo precisa treinar </a:t>
            </a:r>
            <a:r>
              <a:rPr i="1" lang="pt-BR" sz="2000">
                <a:solidFill>
                  <a:schemeClr val="dk1"/>
                </a:solidFill>
                <a:latin typeface="Roboto"/>
                <a:ea typeface="Roboto"/>
                <a:cs typeface="Roboto"/>
                <a:sym typeface="Roboto"/>
              </a:rPr>
              <a:t>100.000.000</a:t>
            </a:r>
            <a:r>
              <a:rPr lang="pt-BR" sz="2000">
                <a:solidFill>
                  <a:schemeClr val="dk1"/>
                </a:solidFill>
                <a:latin typeface="Roboto"/>
                <a:ea typeface="Roboto"/>
                <a:cs typeface="Roboto"/>
                <a:sym typeface="Roboto"/>
              </a:rPr>
              <a:t> (cem milhões) de parâmetros apenas para essa única camada</a:t>
            </a:r>
            <a:endParaRPr sz="20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No lugar teremos</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Se usarmos um Rank </a:t>
            </a:r>
            <a:r>
              <a:rPr i="1" lang="pt-BR" sz="2000">
                <a:solidFill>
                  <a:schemeClr val="dk1"/>
                </a:solidFill>
                <a:latin typeface="Roboto"/>
                <a:ea typeface="Roboto"/>
                <a:cs typeface="Roboto"/>
                <a:sym typeface="Roboto"/>
              </a:rPr>
              <a:t>r = 8</a:t>
            </a:r>
            <a:endParaRPr sz="20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Parâmetros da </a:t>
            </a:r>
            <a:r>
              <a:rPr b="1" lang="pt-BR" sz="2000">
                <a:solidFill>
                  <a:schemeClr val="dk1"/>
                </a:solidFill>
                <a:latin typeface="Roboto"/>
                <a:ea typeface="Roboto"/>
                <a:cs typeface="Roboto"/>
                <a:sym typeface="Roboto"/>
              </a:rPr>
              <a:t>Matriz A</a:t>
            </a:r>
            <a:r>
              <a:rPr lang="pt-BR" sz="2000">
                <a:solidFill>
                  <a:schemeClr val="dk1"/>
                </a:solidFill>
                <a:latin typeface="Roboto"/>
                <a:ea typeface="Roboto"/>
                <a:cs typeface="Roboto"/>
                <a:sym typeface="Roboto"/>
              </a:rPr>
              <a:t>: 10.000 x 8 = 80.000</a:t>
            </a:r>
            <a:endParaRPr sz="20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Parâmetros da </a:t>
            </a:r>
            <a:r>
              <a:rPr b="1" lang="pt-BR" sz="2000">
                <a:solidFill>
                  <a:schemeClr val="dk1"/>
                </a:solidFill>
                <a:latin typeface="Roboto"/>
                <a:ea typeface="Roboto"/>
                <a:cs typeface="Roboto"/>
                <a:sym typeface="Roboto"/>
              </a:rPr>
              <a:t>Matriz B</a:t>
            </a:r>
            <a:r>
              <a:rPr lang="pt-BR" sz="2000">
                <a:solidFill>
                  <a:schemeClr val="dk1"/>
                </a:solidFill>
                <a:latin typeface="Roboto"/>
                <a:ea typeface="Roboto"/>
                <a:cs typeface="Roboto"/>
                <a:sym typeface="Roboto"/>
              </a:rPr>
              <a:t>: 8 x 10.000 = 80.000</a:t>
            </a:r>
            <a:endParaRPr sz="20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Total treinado no LoRA: </a:t>
            </a:r>
            <a:r>
              <a:rPr b="1" i="1" lang="pt-BR" sz="2000">
                <a:solidFill>
                  <a:schemeClr val="dk1"/>
                </a:solidFill>
                <a:latin typeface="Roboto"/>
                <a:ea typeface="Roboto"/>
                <a:cs typeface="Roboto"/>
                <a:sym typeface="Roboto"/>
              </a:rPr>
              <a:t>160.000</a:t>
            </a:r>
            <a:r>
              <a:rPr lang="pt-BR" sz="2000">
                <a:solidFill>
                  <a:schemeClr val="dk1"/>
                </a:solidFill>
                <a:latin typeface="Roboto"/>
                <a:ea typeface="Roboto"/>
                <a:cs typeface="Roboto"/>
                <a:sym typeface="Roboto"/>
              </a:rPr>
              <a:t> parâmetros (redução de 99,8%)</a:t>
            </a:r>
            <a:endParaRPr sz="20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Quando você multiplica a Matriz B pela Matriz A, temos exatamente o formato que precisamos para atualizar o modelo!  </a:t>
            </a:r>
            <a:endParaRPr sz="2000">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d7450d90cf_0_146"/>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LoRA</a:t>
            </a:r>
            <a:endParaRPr/>
          </a:p>
        </p:txBody>
      </p:sp>
      <p:sp>
        <p:nvSpPr>
          <p:cNvPr id="228" name="Google Shape;228;g3d7450d90cf_0_14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29" name="Google Shape;229;g3d7450d90cf_0_146"/>
          <p:cNvSpPr txBox="1"/>
          <p:nvPr/>
        </p:nvSpPr>
        <p:spPr>
          <a:xfrm>
            <a:off x="347525" y="1997550"/>
            <a:ext cx="11428800" cy="35094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"Se o modelo agora tem as matrizes antigas e essas matrizes novas do LoRA, ele não vai ficar mais lento para gerar texto?" </a:t>
            </a:r>
            <a:r>
              <a:rPr lang="pt-BR" sz="2700">
                <a:solidFill>
                  <a:schemeClr val="dk1"/>
                </a:solidFill>
                <a:latin typeface="Roboto"/>
                <a:ea typeface="Roboto"/>
                <a:cs typeface="Roboto"/>
                <a:sym typeface="Roboto"/>
              </a:rPr>
              <a:t> </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b="1" lang="pt-BR" sz="2700">
                <a:solidFill>
                  <a:schemeClr val="dk1"/>
                </a:solidFill>
                <a:latin typeface="Roboto"/>
                <a:ea typeface="Roboto"/>
                <a:cs typeface="Roboto"/>
                <a:sym typeface="Roboto"/>
              </a:rPr>
              <a:t>N</a:t>
            </a:r>
            <a:r>
              <a:rPr b="1" lang="pt-BR" sz="2700">
                <a:solidFill>
                  <a:schemeClr val="dk1"/>
                </a:solidFill>
                <a:latin typeface="Roboto"/>
                <a:ea typeface="Roboto"/>
                <a:cs typeface="Roboto"/>
                <a:sym typeface="Roboto"/>
              </a:rPr>
              <a:t>ão!</a:t>
            </a:r>
            <a:r>
              <a:rPr lang="pt-BR" sz="2700">
                <a:solidFill>
                  <a:schemeClr val="dk1"/>
                </a:solidFill>
                <a:latin typeface="Roboto"/>
                <a:ea typeface="Roboto"/>
                <a:cs typeface="Roboto"/>
                <a:sym typeface="Roboto"/>
              </a:rPr>
              <a:t> </a:t>
            </a:r>
            <a:endParaRPr sz="2700">
              <a:solidFill>
                <a:schemeClr val="dk1"/>
              </a:solidFill>
              <a:latin typeface="Roboto"/>
              <a:ea typeface="Roboto"/>
              <a:cs typeface="Roboto"/>
              <a:sym typeface="Roboto"/>
            </a:endParaRPr>
          </a:p>
          <a:p>
            <a:pPr indent="-400050" lvl="3" marL="1828800" marR="0" rtl="0" algn="l">
              <a:lnSpc>
                <a:spcPct val="100000"/>
              </a:lnSpc>
              <a:spcBef>
                <a:spcPts val="0"/>
              </a:spcBef>
              <a:spcAft>
                <a:spcPts val="0"/>
              </a:spcAft>
              <a:buClr>
                <a:schemeClr val="dk1"/>
              </a:buClr>
              <a:buSzPts val="2700"/>
              <a:buFont typeface="Roboto"/>
              <a:buChar char="●"/>
            </a:pPr>
            <a:r>
              <a:rPr lang="pt-BR" sz="2000">
                <a:solidFill>
                  <a:schemeClr val="dk1"/>
                </a:solidFill>
                <a:latin typeface="Roboto"/>
                <a:ea typeface="Roboto"/>
                <a:cs typeface="Roboto"/>
                <a:sym typeface="Roboto"/>
              </a:rPr>
              <a:t>Quando terminamos o treinamento e vamos usar o modelo no mundo real (inferência), nós pegamos as pequenas matrizes A e B, multiplicamos uma pela outra e somamos o resultado diretamente na matriz original congelada (W = W_original + BA)</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modelo final volta a ter a mesma arquitetura de antes, sem nenhum atraso (latência) adicionado</a:t>
            </a:r>
            <a:endParaRPr sz="20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d7450d90cf_0_17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LoRA</a:t>
            </a:r>
            <a:endParaRPr/>
          </a:p>
        </p:txBody>
      </p:sp>
      <p:sp>
        <p:nvSpPr>
          <p:cNvPr id="236" name="Google Shape;236;g3d7450d90cf_0_17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237" name="Google Shape;237;g3d7450d90cf_0_173"/>
          <p:cNvPicPr preferRelativeResize="0"/>
          <p:nvPr/>
        </p:nvPicPr>
        <p:blipFill>
          <a:blip r:embed="rId3">
            <a:alphaModFix/>
          </a:blip>
          <a:stretch>
            <a:fillRect/>
          </a:stretch>
        </p:blipFill>
        <p:spPr>
          <a:xfrm>
            <a:off x="1479275" y="1951925"/>
            <a:ext cx="9233450" cy="4616725"/>
          </a:xfrm>
          <a:prstGeom prst="rect">
            <a:avLst/>
          </a:prstGeom>
          <a:noFill/>
          <a:ln>
            <a:noFill/>
          </a:ln>
        </p:spPr>
      </p:pic>
      <p:pic>
        <p:nvPicPr>
          <p:cNvPr id="238" name="Google Shape;238;g3d7450d90cf_0_173"/>
          <p:cNvPicPr preferRelativeResize="0"/>
          <p:nvPr/>
        </p:nvPicPr>
        <p:blipFill rotWithShape="1">
          <a:blip r:embed="rId4">
            <a:alphaModFix/>
          </a:blip>
          <a:srcRect b="0" l="0" r="0" t="0"/>
          <a:stretch/>
        </p:blipFill>
        <p:spPr>
          <a:xfrm>
            <a:off x="10416217" y="36526"/>
            <a:ext cx="1489176" cy="1997550"/>
          </a:xfrm>
          <a:prstGeom prst="rect">
            <a:avLst/>
          </a:prstGeom>
          <a:noFill/>
          <a:ln>
            <a:noFill/>
          </a:ln>
        </p:spPr>
      </p:pic>
      <p:sp>
        <p:nvSpPr>
          <p:cNvPr id="239" name="Google Shape;239;g3d7450d90cf_0_173"/>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d7450d90cf_0_18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PEFT - LoRA</a:t>
            </a:r>
            <a:endParaRPr/>
          </a:p>
        </p:txBody>
      </p:sp>
      <p:sp>
        <p:nvSpPr>
          <p:cNvPr id="246" name="Google Shape;246;g3d7450d90cf_0_18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47" name="Google Shape;247;g3d7450d90cf_0_183"/>
          <p:cNvSpPr txBox="1"/>
          <p:nvPr/>
        </p:nvSpPr>
        <p:spPr>
          <a:xfrm>
            <a:off x="347525" y="1997550"/>
            <a:ext cx="11428800" cy="3832800"/>
          </a:xfrm>
          <a:prstGeom prst="rect">
            <a:avLst/>
          </a:prstGeom>
          <a:noFill/>
          <a:ln>
            <a:noFill/>
          </a:ln>
        </p:spPr>
        <p:txBody>
          <a:bodyPr anchorCtr="0" anchor="t" bIns="45700" lIns="91425" spcFirstLastPara="1" rIns="91425" wrap="square" tIns="45700">
            <a:spAutoFit/>
          </a:bodyPr>
          <a:lstStyle/>
          <a:p>
            <a:pPr indent="-400050" lvl="0" marL="4572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Isso significa que podemos encontrar ranks pequenos que se aproximam até mesmo das matrizes massivas de um LLM</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Um modelo de 175B como o GPT-3, por exemplo, teria uma matriz de pesos de </a:t>
            </a:r>
            <a:r>
              <a:rPr i="1" lang="pt-BR" sz="2700">
                <a:solidFill>
                  <a:schemeClr val="dk1"/>
                </a:solidFill>
                <a:latin typeface="Roboto"/>
                <a:ea typeface="Roboto"/>
                <a:cs typeface="Roboto"/>
                <a:sym typeface="Roboto"/>
              </a:rPr>
              <a:t>12.288</a:t>
            </a:r>
            <a:r>
              <a:rPr lang="pt-BR" sz="2700">
                <a:solidFill>
                  <a:schemeClr val="dk1"/>
                </a:solidFill>
                <a:latin typeface="Roboto"/>
                <a:ea typeface="Roboto"/>
                <a:cs typeface="Roboto"/>
                <a:sym typeface="Roboto"/>
              </a:rPr>
              <a:t> × </a:t>
            </a:r>
            <a:r>
              <a:rPr i="1" lang="pt-BR" sz="2700">
                <a:solidFill>
                  <a:schemeClr val="dk1"/>
                </a:solidFill>
                <a:latin typeface="Roboto"/>
                <a:ea typeface="Roboto"/>
                <a:cs typeface="Roboto"/>
                <a:sym typeface="Roboto"/>
              </a:rPr>
              <a:t>12.288</a:t>
            </a:r>
            <a:r>
              <a:rPr lang="pt-BR" sz="2700">
                <a:solidFill>
                  <a:schemeClr val="dk1"/>
                </a:solidFill>
                <a:latin typeface="Roboto"/>
                <a:ea typeface="Roboto"/>
                <a:cs typeface="Roboto"/>
                <a:sym typeface="Roboto"/>
              </a:rPr>
              <a:t> dentro de cada um de seus </a:t>
            </a:r>
            <a:r>
              <a:rPr lang="pt-BR" sz="2700" u="sng">
                <a:solidFill>
                  <a:schemeClr val="dk1"/>
                </a:solidFill>
                <a:latin typeface="Roboto"/>
                <a:ea typeface="Roboto"/>
                <a:cs typeface="Roboto"/>
                <a:sym typeface="Roboto"/>
              </a:rPr>
              <a:t>96 blocos Transformer</a:t>
            </a:r>
            <a:r>
              <a:rPr lang="pt-BR" sz="2700">
                <a:solidFill>
                  <a:schemeClr val="dk1"/>
                </a:solidFill>
                <a:latin typeface="Roboto"/>
                <a:ea typeface="Roboto"/>
                <a:cs typeface="Roboto"/>
                <a:sym typeface="Roboto"/>
              </a:rPr>
              <a:t>. Isso representa </a:t>
            </a:r>
            <a:r>
              <a:rPr lang="pt-BR" sz="2700" u="sng">
                <a:solidFill>
                  <a:schemeClr val="dk1"/>
                </a:solidFill>
                <a:latin typeface="Roboto"/>
                <a:ea typeface="Roboto"/>
                <a:cs typeface="Roboto"/>
                <a:sym typeface="Roboto"/>
              </a:rPr>
              <a:t>150 milhões</a:t>
            </a:r>
            <a:r>
              <a:rPr lang="pt-BR" sz="2700">
                <a:solidFill>
                  <a:schemeClr val="dk1"/>
                </a:solidFill>
                <a:latin typeface="Roboto"/>
                <a:ea typeface="Roboto"/>
                <a:cs typeface="Roboto"/>
                <a:sym typeface="Roboto"/>
              </a:rPr>
              <a:t> de parâmetros. </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Se conseguirmos adaptar essa matriz para o rank 8, serão necessárias apenas duas 12.288 × 2 matrizes, resultando em </a:t>
            </a:r>
            <a:r>
              <a:rPr lang="pt-BR" sz="2700" u="sng">
                <a:solidFill>
                  <a:schemeClr val="dk1"/>
                </a:solidFill>
                <a:latin typeface="Roboto"/>
                <a:ea typeface="Roboto"/>
                <a:cs typeface="Roboto"/>
                <a:sym typeface="Roboto"/>
              </a:rPr>
              <a:t>197 mil parâmetros por bloco</a:t>
            </a:r>
            <a:endParaRPr sz="2000">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d7450d90cf_0_19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Comprimir o modelo</a:t>
            </a:r>
            <a:endParaRPr/>
          </a:p>
        </p:txBody>
      </p:sp>
      <p:sp>
        <p:nvSpPr>
          <p:cNvPr id="254" name="Google Shape;254;g3d7450d90cf_0_19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55" name="Google Shape;255;g3d7450d90cf_0_191"/>
          <p:cNvSpPr txBox="1"/>
          <p:nvPr/>
        </p:nvSpPr>
        <p:spPr>
          <a:xfrm>
            <a:off x="347525" y="1997550"/>
            <a:ext cx="11428800" cy="4032900"/>
          </a:xfrm>
          <a:prstGeom prst="rect">
            <a:avLst/>
          </a:prstGeom>
          <a:noFill/>
          <a:ln>
            <a:noFill/>
          </a:ln>
        </p:spPr>
        <p:txBody>
          <a:bodyPr anchorCtr="0" anchor="t" bIns="45700" lIns="91425" spcFirstLastPara="1" rIns="91425" wrap="square" tIns="45700">
            <a:spAutoFit/>
          </a:bodyPr>
          <a:lstStyle/>
          <a:p>
            <a:pPr indent="-400050" lvl="0" marL="4572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Podemos tornar o LoRA ainda mais eficiente reduzindo os requisitos de memória dos pesos originais do modelo antes de projetá-los em matrizes menores</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Os pesos de um LLM são valores numéricos com uma determinada precisão, que pode ser expressa pelo número de bits, como </a:t>
            </a:r>
            <a:r>
              <a:rPr i="1" lang="pt-BR" sz="2700">
                <a:solidFill>
                  <a:schemeClr val="dk1"/>
                </a:solidFill>
                <a:latin typeface="Roboto"/>
                <a:ea typeface="Roboto"/>
                <a:cs typeface="Roboto"/>
                <a:sym typeface="Roboto"/>
              </a:rPr>
              <a:t>float64</a:t>
            </a:r>
            <a:r>
              <a:rPr lang="pt-BR" sz="2700">
                <a:solidFill>
                  <a:schemeClr val="dk1"/>
                </a:solidFill>
                <a:latin typeface="Roboto"/>
                <a:ea typeface="Roboto"/>
                <a:cs typeface="Roboto"/>
                <a:sym typeface="Roboto"/>
              </a:rPr>
              <a:t> ou </a:t>
            </a:r>
            <a:r>
              <a:rPr i="1" lang="pt-BR" sz="2700">
                <a:solidFill>
                  <a:schemeClr val="dk1"/>
                </a:solidFill>
                <a:latin typeface="Roboto"/>
                <a:ea typeface="Roboto"/>
                <a:cs typeface="Roboto"/>
                <a:sym typeface="Roboto"/>
              </a:rPr>
              <a:t>float32</a:t>
            </a:r>
            <a:endParaRPr i="1"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Se diminuirmos a quantidade de bits para representar um valor, obteremos um resultado menos preciso</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No entanto, se diminuirmos o número de bits, também diminuiremos os requisitos de memória desse modelo</a:t>
            </a:r>
            <a:endParaRPr sz="1300">
              <a:solidFill>
                <a:schemeClr val="dk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d7450d90cf_0_20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Comprimir o modelo</a:t>
            </a:r>
            <a:endParaRPr/>
          </a:p>
        </p:txBody>
      </p:sp>
      <p:sp>
        <p:nvSpPr>
          <p:cNvPr id="262" name="Google Shape;262;g3d7450d90cf_0_20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263" name="Google Shape;263;g3d7450d90cf_0_201"/>
          <p:cNvPicPr preferRelativeResize="0"/>
          <p:nvPr/>
        </p:nvPicPr>
        <p:blipFill>
          <a:blip r:embed="rId3">
            <a:alphaModFix/>
          </a:blip>
          <a:stretch>
            <a:fillRect/>
          </a:stretch>
        </p:blipFill>
        <p:spPr>
          <a:xfrm>
            <a:off x="2661488" y="2850350"/>
            <a:ext cx="6868975" cy="2678900"/>
          </a:xfrm>
          <a:prstGeom prst="rect">
            <a:avLst/>
          </a:prstGeom>
          <a:noFill/>
          <a:ln>
            <a:noFill/>
          </a:ln>
        </p:spPr>
      </p:pic>
      <p:pic>
        <p:nvPicPr>
          <p:cNvPr id="264" name="Google Shape;264;g3d7450d90cf_0_201"/>
          <p:cNvPicPr preferRelativeResize="0"/>
          <p:nvPr/>
        </p:nvPicPr>
        <p:blipFill rotWithShape="1">
          <a:blip r:embed="rId4">
            <a:alphaModFix/>
          </a:blip>
          <a:srcRect b="0" l="0" r="0" t="0"/>
          <a:stretch/>
        </p:blipFill>
        <p:spPr>
          <a:xfrm>
            <a:off x="10416217" y="36526"/>
            <a:ext cx="1489176" cy="1997550"/>
          </a:xfrm>
          <a:prstGeom prst="rect">
            <a:avLst/>
          </a:prstGeom>
          <a:noFill/>
          <a:ln>
            <a:noFill/>
          </a:ln>
        </p:spPr>
      </p:pic>
      <p:sp>
        <p:nvSpPr>
          <p:cNvPr id="265" name="Google Shape;265;g3d7450d90cf_0_201"/>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d7450d90cf_0_218"/>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Comprimir o modelo</a:t>
            </a:r>
            <a:endParaRPr/>
          </a:p>
        </p:txBody>
      </p:sp>
      <p:sp>
        <p:nvSpPr>
          <p:cNvPr id="272" name="Google Shape;272;g3d7450d90cf_0_21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73" name="Google Shape;273;g3d7450d90cf_0_218"/>
          <p:cNvSpPr txBox="1"/>
          <p:nvPr/>
        </p:nvSpPr>
        <p:spPr>
          <a:xfrm>
            <a:off x="347525" y="1997550"/>
            <a:ext cx="11428800" cy="2370300"/>
          </a:xfrm>
          <a:prstGeom prst="rect">
            <a:avLst/>
          </a:prstGeom>
          <a:noFill/>
          <a:ln>
            <a:noFill/>
          </a:ln>
        </p:spPr>
        <p:txBody>
          <a:bodyPr anchorCtr="0" anchor="t" bIns="45700" lIns="91425" spcFirstLastPara="1" rIns="91425" wrap="square" tIns="45700">
            <a:spAutoFit/>
          </a:bodyPr>
          <a:lstStyle/>
          <a:p>
            <a:pPr indent="-400050" lvl="0" marL="4572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Com a quantização, nosso objetivo é reduzir o número de bits, mantendo a representação precisa dos valores de peso originais</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Ao mapear diretamente valores de alta precisão para valores de baixa precisão, </a:t>
            </a:r>
            <a:r>
              <a:rPr lang="pt-BR" sz="2700" u="sng">
                <a:solidFill>
                  <a:schemeClr val="dk1"/>
                </a:solidFill>
                <a:latin typeface="Roboto"/>
                <a:ea typeface="Roboto"/>
                <a:cs typeface="Roboto"/>
                <a:sym typeface="Roboto"/>
              </a:rPr>
              <a:t>vários valores</a:t>
            </a:r>
            <a:r>
              <a:rPr lang="pt-BR" sz="2700">
                <a:solidFill>
                  <a:schemeClr val="dk1"/>
                </a:solidFill>
                <a:latin typeface="Roboto"/>
                <a:ea typeface="Roboto"/>
                <a:cs typeface="Roboto"/>
                <a:sym typeface="Roboto"/>
              </a:rPr>
              <a:t> de alta precisão pode acabar sendo representados pelos mesmos valores de baixa precisão</a:t>
            </a:r>
            <a:endParaRPr sz="2700">
              <a:solidFill>
                <a:schemeClr val="dk1"/>
              </a:solidFill>
              <a:latin typeface="Roboto"/>
              <a:ea typeface="Roboto"/>
              <a:cs typeface="Roboto"/>
              <a:sym typeface="Roboto"/>
            </a:endParaRPr>
          </a:p>
          <a:p>
            <a:pPr indent="0" lvl="0" marL="0" rtl="0" algn="l">
              <a:spcBef>
                <a:spcPts val="0"/>
              </a:spcBef>
              <a:spcAft>
                <a:spcPts val="0"/>
              </a:spcAft>
              <a:buNone/>
            </a:pPr>
            <a:r>
              <a:t/>
            </a:r>
            <a:endParaRPr sz="1300">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d7450d90cf_0_227"/>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Comprimir o modelo</a:t>
            </a:r>
            <a:endParaRPr/>
          </a:p>
        </p:txBody>
      </p:sp>
      <p:sp>
        <p:nvSpPr>
          <p:cNvPr id="280" name="Google Shape;280;g3d7450d90cf_0_22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281" name="Google Shape;281;g3d7450d90cf_0_227"/>
          <p:cNvPicPr preferRelativeResize="0"/>
          <p:nvPr/>
        </p:nvPicPr>
        <p:blipFill>
          <a:blip r:embed="rId3">
            <a:alphaModFix/>
          </a:blip>
          <a:stretch>
            <a:fillRect/>
          </a:stretch>
        </p:blipFill>
        <p:spPr>
          <a:xfrm>
            <a:off x="2486025" y="2659125"/>
            <a:ext cx="7219875" cy="3116575"/>
          </a:xfrm>
          <a:prstGeom prst="rect">
            <a:avLst/>
          </a:prstGeom>
          <a:noFill/>
          <a:ln>
            <a:noFill/>
          </a:ln>
        </p:spPr>
      </p:pic>
      <p:pic>
        <p:nvPicPr>
          <p:cNvPr id="282" name="Google Shape;282;g3d7450d90cf_0_227"/>
          <p:cNvPicPr preferRelativeResize="0"/>
          <p:nvPr/>
        </p:nvPicPr>
        <p:blipFill rotWithShape="1">
          <a:blip r:embed="rId4">
            <a:alphaModFix/>
          </a:blip>
          <a:srcRect b="0" l="0" r="0" t="0"/>
          <a:stretch/>
        </p:blipFill>
        <p:spPr>
          <a:xfrm>
            <a:off x="10416217" y="36526"/>
            <a:ext cx="1489176" cy="1997550"/>
          </a:xfrm>
          <a:prstGeom prst="rect">
            <a:avLst/>
          </a:prstGeom>
          <a:noFill/>
          <a:ln>
            <a:noFill/>
          </a:ln>
        </p:spPr>
      </p:pic>
      <p:sp>
        <p:nvSpPr>
          <p:cNvPr id="283" name="Google Shape;283;g3d7450d90cf_0_227"/>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sp>
        <p:nvSpPr>
          <p:cNvPr id="284" name="Google Shape;284;g3d7450d90cf_0_227"/>
          <p:cNvSpPr/>
          <p:nvPr/>
        </p:nvSpPr>
        <p:spPr>
          <a:xfrm>
            <a:off x="9804800" y="2336025"/>
            <a:ext cx="1843200" cy="1435800"/>
          </a:xfrm>
          <a:prstGeom prst="wedgeRectCallout">
            <a:avLst>
              <a:gd fmla="val -111624" name="adj1"/>
              <a:gd fmla="val -447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chemeClr val="lt1"/>
                </a:solidFill>
                <a:latin typeface="Roboto"/>
                <a:ea typeface="Roboto"/>
                <a:cs typeface="Roboto"/>
                <a:sym typeface="Roboto"/>
              </a:rPr>
              <a:t>Valores muito próximos são mapeados para o mesmo valor</a:t>
            </a:r>
            <a:endParaRPr b="1">
              <a:solidFill>
                <a:schemeClr val="lt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d7450d90cf_0_21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QLoRA</a:t>
            </a:r>
            <a:endParaRPr/>
          </a:p>
        </p:txBody>
      </p:sp>
      <p:sp>
        <p:nvSpPr>
          <p:cNvPr id="291" name="Google Shape;291;g3d7450d90cf_0_21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92" name="Google Shape;292;g3d7450d90cf_0_211"/>
          <p:cNvSpPr txBox="1"/>
          <p:nvPr/>
        </p:nvSpPr>
        <p:spPr>
          <a:xfrm>
            <a:off x="347525" y="1997550"/>
            <a:ext cx="11428800" cy="923400"/>
          </a:xfrm>
          <a:prstGeom prst="rect">
            <a:avLst/>
          </a:prstGeom>
          <a:noFill/>
          <a:ln>
            <a:noFill/>
          </a:ln>
        </p:spPr>
        <p:txBody>
          <a:bodyPr anchorCtr="0" anchor="t" bIns="45700" lIns="91425" spcFirstLastPara="1" rIns="91425" wrap="square" tIns="45700">
            <a:spAutoFit/>
          </a:bodyPr>
          <a:lstStyle/>
          <a:p>
            <a:pPr indent="-400050" lvl="0" marL="4572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 quantização em blocos pode representar pesos com precisão inferior por meio de blocos de quantização</a:t>
            </a:r>
            <a:endParaRPr sz="1300">
              <a:solidFill>
                <a:schemeClr val="dk1"/>
              </a:solidFill>
              <a:latin typeface="Roboto"/>
              <a:ea typeface="Roboto"/>
              <a:cs typeface="Roboto"/>
              <a:sym typeface="Roboto"/>
            </a:endParaRPr>
          </a:p>
        </p:txBody>
      </p:sp>
      <p:pic>
        <p:nvPicPr>
          <p:cNvPr id="293" name="Google Shape;293;g3d7450d90cf_0_211"/>
          <p:cNvPicPr preferRelativeResize="0"/>
          <p:nvPr/>
        </p:nvPicPr>
        <p:blipFill rotWithShape="1">
          <a:blip r:embed="rId3">
            <a:alphaModFix/>
          </a:blip>
          <a:srcRect b="0" l="0" r="0" t="0"/>
          <a:stretch/>
        </p:blipFill>
        <p:spPr>
          <a:xfrm>
            <a:off x="10416217" y="36526"/>
            <a:ext cx="1489176" cy="1997550"/>
          </a:xfrm>
          <a:prstGeom prst="rect">
            <a:avLst/>
          </a:prstGeom>
          <a:noFill/>
          <a:ln>
            <a:noFill/>
          </a:ln>
        </p:spPr>
      </p:pic>
      <p:sp>
        <p:nvSpPr>
          <p:cNvPr id="294" name="Google Shape;294;g3d7450d90cf_0_211"/>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pic>
        <p:nvPicPr>
          <p:cNvPr id="295" name="Google Shape;295;g3d7450d90cf_0_211"/>
          <p:cNvPicPr preferRelativeResize="0"/>
          <p:nvPr/>
        </p:nvPicPr>
        <p:blipFill>
          <a:blip r:embed="rId4">
            <a:alphaModFix/>
          </a:blip>
          <a:stretch>
            <a:fillRect/>
          </a:stretch>
        </p:blipFill>
        <p:spPr>
          <a:xfrm>
            <a:off x="677450" y="3030500"/>
            <a:ext cx="8461409" cy="3187125"/>
          </a:xfrm>
          <a:prstGeom prst="rect">
            <a:avLst/>
          </a:prstGeom>
          <a:noFill/>
          <a:ln>
            <a:noFill/>
          </a:ln>
        </p:spPr>
      </p:pic>
      <p:sp>
        <p:nvSpPr>
          <p:cNvPr id="296" name="Google Shape;296;g3d7450d90cf_0_211"/>
          <p:cNvSpPr/>
          <p:nvPr/>
        </p:nvSpPr>
        <p:spPr>
          <a:xfrm>
            <a:off x="9263500" y="2448850"/>
            <a:ext cx="2764800" cy="3354000"/>
          </a:xfrm>
          <a:prstGeom prst="wedgeRectCallout">
            <a:avLst>
              <a:gd fmla="val -64528" name="adj1"/>
              <a:gd fmla="val 1596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chemeClr val="lt1"/>
                </a:solidFill>
                <a:latin typeface="Roboto"/>
                <a:ea typeface="Roboto"/>
                <a:cs typeface="Roboto"/>
                <a:sym typeface="Roboto"/>
              </a:rPr>
              <a:t>Usam quantização em blocos para mapear certos blocos de valores de maior precisão para valores de menor precisão. Em vez de mapear diretamente valores de maior precisão para valores de menor precisão, , criam-se blocos adicionais para permitir a quantização de pesos semelhantes.</a:t>
            </a:r>
            <a:endParaRPr b="1">
              <a:solidFill>
                <a:schemeClr val="lt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d7450d90cf_0_24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QLoRA</a:t>
            </a:r>
            <a:endParaRPr/>
          </a:p>
        </p:txBody>
      </p:sp>
      <p:sp>
        <p:nvSpPr>
          <p:cNvPr id="303" name="Google Shape;303;g3d7450d90cf_0_24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04" name="Google Shape;304;g3d7450d90cf_0_244"/>
          <p:cNvSpPr txBox="1"/>
          <p:nvPr/>
        </p:nvSpPr>
        <p:spPr>
          <a:xfrm>
            <a:off x="347525" y="1997550"/>
            <a:ext cx="11428800" cy="1123500"/>
          </a:xfrm>
          <a:prstGeom prst="rect">
            <a:avLst/>
          </a:prstGeom>
          <a:noFill/>
          <a:ln>
            <a:noFill/>
          </a:ln>
        </p:spPr>
        <p:txBody>
          <a:bodyPr anchorCtr="0" anchor="t" bIns="45700" lIns="91425" spcFirstLastPara="1" rIns="91425" wrap="square" tIns="45700">
            <a:spAutoFit/>
          </a:bodyPr>
          <a:lstStyle/>
          <a:p>
            <a:pPr indent="-400050" lvl="0" marL="4572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Uma propriedade interessante das redes neurais é que seus valores geralmente têm uma distribuição normal entre -1 e 1</a:t>
            </a:r>
            <a:endParaRPr sz="2700">
              <a:solidFill>
                <a:schemeClr val="dk1"/>
              </a:solidFill>
              <a:latin typeface="Roboto"/>
              <a:ea typeface="Roboto"/>
              <a:cs typeface="Roboto"/>
              <a:sym typeface="Roboto"/>
            </a:endParaRPr>
          </a:p>
          <a:p>
            <a:pPr indent="0" lvl="0" marL="0" rtl="0" algn="l">
              <a:spcBef>
                <a:spcPts val="0"/>
              </a:spcBef>
              <a:spcAft>
                <a:spcPts val="0"/>
              </a:spcAft>
              <a:buNone/>
            </a:pPr>
            <a:r>
              <a:t/>
            </a:r>
            <a:endParaRPr sz="1300">
              <a:solidFill>
                <a:schemeClr val="dk1"/>
              </a:solidFill>
              <a:latin typeface="Roboto"/>
              <a:ea typeface="Roboto"/>
              <a:cs typeface="Roboto"/>
              <a:sym typeface="Roboto"/>
            </a:endParaRPr>
          </a:p>
        </p:txBody>
      </p:sp>
      <p:pic>
        <p:nvPicPr>
          <p:cNvPr id="305" name="Google Shape;305;g3d7450d90cf_0_244"/>
          <p:cNvPicPr preferRelativeResize="0"/>
          <p:nvPr/>
        </p:nvPicPr>
        <p:blipFill>
          <a:blip r:embed="rId3">
            <a:alphaModFix/>
          </a:blip>
          <a:stretch>
            <a:fillRect/>
          </a:stretch>
        </p:blipFill>
        <p:spPr>
          <a:xfrm>
            <a:off x="2990188" y="2923625"/>
            <a:ext cx="6211624" cy="3861575"/>
          </a:xfrm>
          <a:prstGeom prst="rect">
            <a:avLst/>
          </a:prstGeom>
          <a:noFill/>
          <a:ln>
            <a:noFill/>
          </a:ln>
        </p:spPr>
      </p:pic>
      <p:pic>
        <p:nvPicPr>
          <p:cNvPr id="306" name="Google Shape;306;g3d7450d90cf_0_244"/>
          <p:cNvPicPr preferRelativeResize="0"/>
          <p:nvPr/>
        </p:nvPicPr>
        <p:blipFill rotWithShape="1">
          <a:blip r:embed="rId4">
            <a:alphaModFix/>
          </a:blip>
          <a:srcRect b="0" l="0" r="0" t="0"/>
          <a:stretch/>
        </p:blipFill>
        <p:spPr>
          <a:xfrm>
            <a:off x="10416217" y="36526"/>
            <a:ext cx="1489176" cy="1997550"/>
          </a:xfrm>
          <a:prstGeom prst="rect">
            <a:avLst/>
          </a:prstGeom>
          <a:noFill/>
          <a:ln>
            <a:noFill/>
          </a:ln>
        </p:spPr>
      </p:pic>
      <p:sp>
        <p:nvSpPr>
          <p:cNvPr id="307" name="Google Shape;307;g3d7450d90cf_0_244"/>
          <p:cNvSpPr/>
          <p:nvPr/>
        </p:nvSpPr>
        <p:spPr>
          <a:xfrm>
            <a:off x="9469300" y="696851"/>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d7450d90cf_0_25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QLoRA</a:t>
            </a:r>
            <a:endParaRPr/>
          </a:p>
        </p:txBody>
      </p:sp>
      <p:sp>
        <p:nvSpPr>
          <p:cNvPr id="314" name="Google Shape;314;g3d7450d90cf_0_2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315" name="Google Shape;315;g3d7450d90cf_0_255"/>
          <p:cNvPicPr preferRelativeResize="0"/>
          <p:nvPr/>
        </p:nvPicPr>
        <p:blipFill>
          <a:blip r:embed="rId3">
            <a:alphaModFix/>
          </a:blip>
          <a:stretch>
            <a:fillRect/>
          </a:stretch>
        </p:blipFill>
        <p:spPr>
          <a:xfrm>
            <a:off x="2188375" y="1742200"/>
            <a:ext cx="7580548" cy="50536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2023-07-05T20:15:16Z</dcterms:created>
  <dc:creator>Patrick Bonnereau</dc:creator>
</cp:coreProperties>
</file>